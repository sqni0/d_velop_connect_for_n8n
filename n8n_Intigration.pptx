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10" r:id="rId4"/>
  </p:sldMasterIdLst>
  <p:notesMasterIdLst>
    <p:notesMasterId r:id="rId18"/>
  </p:notesMasterIdLst>
  <p:handoutMasterIdLst>
    <p:handoutMasterId r:id="rId19"/>
  </p:handoutMasterIdLst>
  <p:sldIdLst>
    <p:sldId id="2147472641" r:id="rId5"/>
    <p:sldId id="2147472665" r:id="rId6"/>
    <p:sldId id="2147472666" r:id="rId7"/>
    <p:sldId id="2147472667" r:id="rId8"/>
    <p:sldId id="2147472668" r:id="rId9"/>
    <p:sldId id="2147472669" r:id="rId10"/>
    <p:sldId id="2147472672" r:id="rId11"/>
    <p:sldId id="2147472673" r:id="rId12"/>
    <p:sldId id="2147472674" r:id="rId13"/>
    <p:sldId id="2147472677" r:id="rId14"/>
    <p:sldId id="2147472678" r:id="rId15"/>
    <p:sldId id="2147472663" r:id="rId16"/>
    <p:sldId id="2147472679" r:id="rId17"/>
  </p:sldIdLst>
  <p:sldSz cx="12188825" cy="6858000"/>
  <p:notesSz cx="6858000" cy="9144000"/>
  <p:defaultTextStyle>
    <a:defPPr>
      <a:defRPr lang="de-DE"/>
    </a:defPPr>
    <a:lvl1pPr marL="0" algn="l" defTabSz="609493" rtl="0" eaLnBrk="1" latinLnBrk="0" hangingPunct="1">
      <a:defRPr sz="2400" kern="1200">
        <a:solidFill>
          <a:schemeClr val="tx1"/>
        </a:solidFill>
        <a:latin typeface="+mn-lt"/>
        <a:ea typeface="+mn-ea"/>
        <a:cs typeface="+mn-cs"/>
      </a:defRPr>
    </a:lvl1pPr>
    <a:lvl2pPr marL="609493" algn="l" defTabSz="609493" rtl="0" eaLnBrk="1" latinLnBrk="0" hangingPunct="1">
      <a:defRPr sz="2400" kern="1200">
        <a:solidFill>
          <a:schemeClr val="tx1"/>
        </a:solidFill>
        <a:latin typeface="+mn-lt"/>
        <a:ea typeface="+mn-ea"/>
        <a:cs typeface="+mn-cs"/>
      </a:defRPr>
    </a:lvl2pPr>
    <a:lvl3pPr marL="1218987" algn="l" defTabSz="609493" rtl="0" eaLnBrk="1" latinLnBrk="0" hangingPunct="1">
      <a:defRPr sz="2400" kern="1200">
        <a:solidFill>
          <a:schemeClr val="tx1"/>
        </a:solidFill>
        <a:latin typeface="+mn-lt"/>
        <a:ea typeface="+mn-ea"/>
        <a:cs typeface="+mn-cs"/>
      </a:defRPr>
    </a:lvl3pPr>
    <a:lvl4pPr marL="1828480" algn="l" defTabSz="609493" rtl="0" eaLnBrk="1" latinLnBrk="0" hangingPunct="1">
      <a:defRPr sz="2400" kern="1200">
        <a:solidFill>
          <a:schemeClr val="tx1"/>
        </a:solidFill>
        <a:latin typeface="+mn-lt"/>
        <a:ea typeface="+mn-ea"/>
        <a:cs typeface="+mn-cs"/>
      </a:defRPr>
    </a:lvl4pPr>
    <a:lvl5pPr marL="2437973" algn="l" defTabSz="609493" rtl="0" eaLnBrk="1" latinLnBrk="0" hangingPunct="1">
      <a:defRPr sz="2400" kern="1200">
        <a:solidFill>
          <a:schemeClr val="tx1"/>
        </a:solidFill>
        <a:latin typeface="+mn-lt"/>
        <a:ea typeface="+mn-ea"/>
        <a:cs typeface="+mn-cs"/>
      </a:defRPr>
    </a:lvl5pPr>
    <a:lvl6pPr marL="3047467" algn="l" defTabSz="609493" rtl="0" eaLnBrk="1" latinLnBrk="0" hangingPunct="1">
      <a:defRPr sz="2400" kern="1200">
        <a:solidFill>
          <a:schemeClr val="tx1"/>
        </a:solidFill>
        <a:latin typeface="+mn-lt"/>
        <a:ea typeface="+mn-ea"/>
        <a:cs typeface="+mn-cs"/>
      </a:defRPr>
    </a:lvl6pPr>
    <a:lvl7pPr marL="3656960" algn="l" defTabSz="609493" rtl="0" eaLnBrk="1" latinLnBrk="0" hangingPunct="1">
      <a:defRPr sz="2400" kern="1200">
        <a:solidFill>
          <a:schemeClr val="tx1"/>
        </a:solidFill>
        <a:latin typeface="+mn-lt"/>
        <a:ea typeface="+mn-ea"/>
        <a:cs typeface="+mn-cs"/>
      </a:defRPr>
    </a:lvl7pPr>
    <a:lvl8pPr marL="4266453" algn="l" defTabSz="609493" rtl="0" eaLnBrk="1" latinLnBrk="0" hangingPunct="1">
      <a:defRPr sz="2400" kern="1200">
        <a:solidFill>
          <a:schemeClr val="tx1"/>
        </a:solidFill>
        <a:latin typeface="+mn-lt"/>
        <a:ea typeface="+mn-ea"/>
        <a:cs typeface="+mn-cs"/>
      </a:defRPr>
    </a:lvl8pPr>
    <a:lvl9pPr marL="4875947" algn="l" defTabSz="609493"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Titelfolien" id="{40627397-AC65-BD4A-95AD-609277A85D10}">
          <p14:sldIdLst/>
        </p14:section>
        <p14:section name="Agenda" id="{EC943F55-A4E6-5449-AA28-922FADAC972A}">
          <p14:sldIdLst/>
        </p14:section>
        <p14:section name="Content-Folien" id="{45C466FF-04E1-7449-A291-368E6566CEEC}">
          <p14:sldIdLst>
            <p14:sldId id="2147472641"/>
            <p14:sldId id="2147472665"/>
            <p14:sldId id="2147472666"/>
            <p14:sldId id="2147472667"/>
            <p14:sldId id="2147472668"/>
            <p14:sldId id="2147472669"/>
            <p14:sldId id="2147472672"/>
            <p14:sldId id="2147472673"/>
            <p14:sldId id="2147472674"/>
            <p14:sldId id="2147472677"/>
            <p14:sldId id="2147472678"/>
            <p14:sldId id="2147472663"/>
            <p14:sldId id="214747267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guide id="3" orient="horz" pos="2160">
          <p15:clr>
            <a:srgbClr val="A4A3A4"/>
          </p15:clr>
        </p15:guide>
        <p15:guide id="4" pos="3839">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0CBD03-8ED1-8DF2-0AB1-2F987862D5CF}" name="Gavand,Angaee" initials="G" userId="S::Angaee.Gavand@gartner.com::02b65413-b4cb-410b-982e-b0cc159ba5db"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EA4B71"/>
    <a:srgbClr val="0BA3B2"/>
    <a:srgbClr val="333E48"/>
    <a:srgbClr val="D1FF09"/>
    <a:srgbClr val="FFFFFF"/>
    <a:srgbClr val="AB9A31"/>
    <a:srgbClr val="82FF88"/>
    <a:srgbClr val="B50D88"/>
    <a:srgbClr val="6D94FF"/>
    <a:srgbClr val="8A337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77867" autoAdjust="0"/>
  </p:normalViewPr>
  <p:slideViewPr>
    <p:cSldViewPr snapToGrid="0">
      <p:cViewPr varScale="1">
        <p:scale>
          <a:sx n="94" d="100"/>
          <a:sy n="94" d="100"/>
        </p:scale>
        <p:origin x="3374" y="86"/>
      </p:cViewPr>
      <p:guideLst>
        <p:guide orient="horz" pos="1620"/>
        <p:guide pos="2880"/>
        <p:guide orient="horz" pos="2160"/>
        <p:guide pos="3839"/>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26B8833-26F5-044C-A494-56BE7C3A37A4}" type="datetimeFigureOut">
              <a:rPr lang="de-DE" smtClean="0"/>
              <a:t>26.02.2026</a:t>
            </a:fld>
            <a:endParaRPr 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F097CEA-51CB-7E46-ACEC-43AC0D5CDE8D}" type="slidenum">
              <a:rPr lang="de-DE" smtClean="0"/>
              <a:t>‹Nr.›</a:t>
            </a:fld>
            <a:endParaRPr lang="de-DE"/>
          </a:p>
        </p:txBody>
      </p:sp>
    </p:spTree>
    <p:extLst>
      <p:ext uri="{BB962C8B-B14F-4D97-AF65-F5344CB8AC3E}">
        <p14:creationId xmlns:p14="http://schemas.microsoft.com/office/powerpoint/2010/main" val="133194454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C277BB-6AD7-7045-92AB-296A724650C9}" type="datetimeFigureOut">
              <a:rPr lang="de-DE" smtClean="0"/>
              <a:t>26.02.2026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24D0AA-D7DD-6A4D-8021-3941EDE904D8}" type="slidenum">
              <a:rPr lang="de-DE" smtClean="0"/>
              <a:t>‹Nr.›</a:t>
            </a:fld>
            <a:endParaRPr lang="de-DE"/>
          </a:p>
        </p:txBody>
      </p:sp>
    </p:spTree>
    <p:extLst>
      <p:ext uri="{BB962C8B-B14F-4D97-AF65-F5344CB8AC3E}">
        <p14:creationId xmlns:p14="http://schemas.microsoft.com/office/powerpoint/2010/main" val="1912303540"/>
      </p:ext>
    </p:extLst>
  </p:cSld>
  <p:clrMap bg1="lt1" tx1="dk1" bg2="lt2" tx2="dk2" accent1="accent1" accent2="accent2" accent3="accent3" accent4="accent4" accent5="accent5" accent6="accent6" hlink="hlink" folHlink="folHlink"/>
  <p:hf hdr="0" ftr="0" dt="0"/>
  <p:notesStyle>
    <a:lvl1pPr marL="0" algn="l" defTabSz="609493" rtl="0" eaLnBrk="1" latinLnBrk="0" hangingPunct="1">
      <a:defRPr sz="1600" kern="1200">
        <a:solidFill>
          <a:schemeClr val="tx1"/>
        </a:solidFill>
        <a:latin typeface="+mn-lt"/>
        <a:ea typeface="+mn-ea"/>
        <a:cs typeface="+mn-cs"/>
      </a:defRPr>
    </a:lvl1pPr>
    <a:lvl2pPr marL="609493" algn="l" defTabSz="609493" rtl="0" eaLnBrk="1" latinLnBrk="0" hangingPunct="1">
      <a:defRPr sz="1600" kern="1200">
        <a:solidFill>
          <a:schemeClr val="tx1"/>
        </a:solidFill>
        <a:latin typeface="+mn-lt"/>
        <a:ea typeface="+mn-ea"/>
        <a:cs typeface="+mn-cs"/>
      </a:defRPr>
    </a:lvl2pPr>
    <a:lvl3pPr marL="1218987" algn="l" defTabSz="609493" rtl="0" eaLnBrk="1" latinLnBrk="0" hangingPunct="1">
      <a:defRPr sz="1600" kern="1200">
        <a:solidFill>
          <a:schemeClr val="tx1"/>
        </a:solidFill>
        <a:latin typeface="+mn-lt"/>
        <a:ea typeface="+mn-ea"/>
        <a:cs typeface="+mn-cs"/>
      </a:defRPr>
    </a:lvl3pPr>
    <a:lvl4pPr marL="1828480" algn="l" defTabSz="609493" rtl="0" eaLnBrk="1" latinLnBrk="0" hangingPunct="1">
      <a:defRPr sz="1600" kern="1200">
        <a:solidFill>
          <a:schemeClr val="tx1"/>
        </a:solidFill>
        <a:latin typeface="+mn-lt"/>
        <a:ea typeface="+mn-ea"/>
        <a:cs typeface="+mn-cs"/>
      </a:defRPr>
    </a:lvl4pPr>
    <a:lvl5pPr marL="2437973" algn="l" defTabSz="609493" rtl="0" eaLnBrk="1" latinLnBrk="0" hangingPunct="1">
      <a:defRPr sz="1600" kern="1200">
        <a:solidFill>
          <a:schemeClr val="tx1"/>
        </a:solidFill>
        <a:latin typeface="+mn-lt"/>
        <a:ea typeface="+mn-ea"/>
        <a:cs typeface="+mn-cs"/>
      </a:defRPr>
    </a:lvl5pPr>
    <a:lvl6pPr marL="3047467" algn="l" defTabSz="609493" rtl="0" eaLnBrk="1" latinLnBrk="0" hangingPunct="1">
      <a:defRPr sz="1600" kern="1200">
        <a:solidFill>
          <a:schemeClr val="tx1"/>
        </a:solidFill>
        <a:latin typeface="+mn-lt"/>
        <a:ea typeface="+mn-ea"/>
        <a:cs typeface="+mn-cs"/>
      </a:defRPr>
    </a:lvl6pPr>
    <a:lvl7pPr marL="3656960" algn="l" defTabSz="609493" rtl="0" eaLnBrk="1" latinLnBrk="0" hangingPunct="1">
      <a:defRPr sz="1600" kern="1200">
        <a:solidFill>
          <a:schemeClr val="tx1"/>
        </a:solidFill>
        <a:latin typeface="+mn-lt"/>
        <a:ea typeface="+mn-ea"/>
        <a:cs typeface="+mn-cs"/>
      </a:defRPr>
    </a:lvl7pPr>
    <a:lvl8pPr marL="4266453" algn="l" defTabSz="609493" rtl="0" eaLnBrk="1" latinLnBrk="0" hangingPunct="1">
      <a:defRPr sz="1600" kern="1200">
        <a:solidFill>
          <a:schemeClr val="tx1"/>
        </a:solidFill>
        <a:latin typeface="+mn-lt"/>
        <a:ea typeface="+mn-ea"/>
        <a:cs typeface="+mn-cs"/>
      </a:defRPr>
    </a:lvl8pPr>
    <a:lvl9pPr marL="4875947" algn="l" defTabSz="609493"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vielen Unternehmen arbeiten verschiedene Systeme parallel, beispielsweise Dokumentenmanagement, Benutzerverwaltung oder andere Anwendungen.</a:t>
            </a:r>
          </a:p>
          <a:p>
            <a:r>
              <a:rPr lang="de-DE" dirty="0"/>
              <a:t>Häufig müssen Daten oder Dokumente manuell zwischen diesen Systemen übertragen oder verarbeitet werden.</a:t>
            </a:r>
          </a:p>
          <a:p>
            <a:r>
              <a:rPr lang="de-DE" dirty="0"/>
              <a:t>Das kostet Zeit, ist fehleranfällig und erschwert die Skalierung von Prozessen.</a:t>
            </a:r>
          </a:p>
          <a:p>
            <a:r>
              <a:rPr lang="de-DE" dirty="0"/>
              <a:t>Es fehlt eine zentrale Instanz, die diese Systeme automatisch miteinander verbindet</a:t>
            </a:r>
          </a:p>
          <a:p>
            <a:endParaRPr lang="de-DE" dirty="0"/>
          </a:p>
        </p:txBody>
      </p:sp>
      <p:sp>
        <p:nvSpPr>
          <p:cNvPr id="4" name="Foliennummernplatzhalter 3"/>
          <p:cNvSpPr>
            <a:spLocks noGrp="1"/>
          </p:cNvSpPr>
          <p:nvPr>
            <p:ph type="sldNum" sz="quarter" idx="5"/>
          </p:nvPr>
        </p:nvSpPr>
        <p:spPr/>
        <p:txBody>
          <a:bodyPr/>
          <a:lstStyle/>
          <a:p>
            <a:fld id="{6924D0AA-D7DD-6A4D-8021-3941EDE904D8}" type="slidenum">
              <a:rPr lang="de-DE" smtClean="0"/>
              <a:t>4</a:t>
            </a:fld>
            <a:endParaRPr lang="de-DE"/>
          </a:p>
        </p:txBody>
      </p:sp>
    </p:spTree>
    <p:extLst>
      <p:ext uri="{BB962C8B-B14F-4D97-AF65-F5344CB8AC3E}">
        <p14:creationId xmlns:p14="http://schemas.microsoft.com/office/powerpoint/2010/main" val="1771886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Und hier kommt n8n Ins spiel</a:t>
            </a:r>
          </a:p>
          <a:p>
            <a:endParaRPr lang="de-DE" dirty="0"/>
          </a:p>
          <a:p>
            <a:r>
              <a:rPr lang="de-DE" dirty="0"/>
              <a:t>Deutsches Unternehmen</a:t>
            </a:r>
          </a:p>
          <a:p>
            <a:endParaRPr lang="de-DE" dirty="0"/>
          </a:p>
          <a:p>
            <a:r>
              <a:rPr lang="de-DE" dirty="0"/>
              <a:t>Bereits 1385 Integrationen</a:t>
            </a:r>
          </a:p>
          <a:p>
            <a:endParaRPr lang="de-DE" dirty="0"/>
          </a:p>
          <a:p>
            <a:endParaRPr lang="de-DE" dirty="0"/>
          </a:p>
        </p:txBody>
      </p:sp>
      <p:sp>
        <p:nvSpPr>
          <p:cNvPr id="4" name="Foliennummernplatzhalter 3"/>
          <p:cNvSpPr>
            <a:spLocks noGrp="1"/>
          </p:cNvSpPr>
          <p:nvPr>
            <p:ph type="sldNum" sz="quarter" idx="5"/>
          </p:nvPr>
        </p:nvSpPr>
        <p:spPr/>
        <p:txBody>
          <a:bodyPr/>
          <a:lstStyle/>
          <a:p>
            <a:fld id="{6924D0AA-D7DD-6A4D-8021-3941EDE904D8}" type="slidenum">
              <a:rPr lang="de-DE" smtClean="0"/>
              <a:t>5</a:t>
            </a:fld>
            <a:endParaRPr lang="de-DE"/>
          </a:p>
        </p:txBody>
      </p:sp>
    </p:spTree>
    <p:extLst>
      <p:ext uri="{BB962C8B-B14F-4D97-AF65-F5344CB8AC3E}">
        <p14:creationId xmlns:p14="http://schemas.microsoft.com/office/powerpoint/2010/main" val="3514729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Um diese Herausforderungen zu lösen, kann die Automatisierungsplattform n8n eingesetzt werden.</a:t>
            </a:r>
          </a:p>
          <a:p>
            <a:endParaRPr lang="de-DE" dirty="0"/>
          </a:p>
          <a:p>
            <a:r>
              <a:rPr lang="de-DE" dirty="0"/>
              <a:t>n8n fungiert als zentrale Instanz zwischen verschiedenen Systemen und ermöglicht es, Prozesse automatisch auszuführen.</a:t>
            </a:r>
          </a:p>
          <a:p>
            <a:endParaRPr lang="de-DE" dirty="0"/>
          </a:p>
          <a:p>
            <a:r>
              <a:rPr lang="de-DE" dirty="0"/>
              <a:t>Anstatt Daten manuell zu übertragen, übernimmt n8n die Integration und Steuerung der Prozesse.</a:t>
            </a:r>
          </a:p>
          <a:p>
            <a:r>
              <a:rPr lang="de-DE" dirty="0"/>
              <a:t>Dadurch werden Abläufe effizienter, zuverlässiger und skalierbar.</a:t>
            </a:r>
          </a:p>
          <a:p>
            <a:endParaRPr lang="de-DE" dirty="0"/>
          </a:p>
        </p:txBody>
      </p:sp>
      <p:sp>
        <p:nvSpPr>
          <p:cNvPr id="4" name="Foliennummernplatzhalter 3"/>
          <p:cNvSpPr>
            <a:spLocks noGrp="1"/>
          </p:cNvSpPr>
          <p:nvPr>
            <p:ph type="sldNum" sz="quarter" idx="5"/>
          </p:nvPr>
        </p:nvSpPr>
        <p:spPr/>
        <p:txBody>
          <a:bodyPr/>
          <a:lstStyle/>
          <a:p>
            <a:fld id="{6924D0AA-D7DD-6A4D-8021-3941EDE904D8}" type="slidenum">
              <a:rPr lang="de-DE" smtClean="0"/>
              <a:t>6</a:t>
            </a:fld>
            <a:endParaRPr lang="de-DE"/>
          </a:p>
        </p:txBody>
      </p:sp>
    </p:spTree>
    <p:extLst>
      <p:ext uri="{BB962C8B-B14F-4D97-AF65-F5344CB8AC3E}">
        <p14:creationId xmlns:p14="http://schemas.microsoft.com/office/powerpoint/2010/main" val="456984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924D0AA-D7DD-6A4D-8021-3941EDE904D8}" type="slidenum">
              <a:rPr lang="de-DE" smtClean="0"/>
              <a:t>11</a:t>
            </a:fld>
            <a:endParaRPr lang="de-DE"/>
          </a:p>
        </p:txBody>
      </p:sp>
    </p:spTree>
    <p:extLst>
      <p:ext uri="{BB962C8B-B14F-4D97-AF65-F5344CB8AC3E}">
        <p14:creationId xmlns:p14="http://schemas.microsoft.com/office/powerpoint/2010/main" val="1883193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
    <p:bg>
      <p:bgPr>
        <a:solidFill>
          <a:schemeClr val="bg1"/>
        </a:solidFill>
        <a:effectLst/>
      </p:bgPr>
    </p:bg>
    <p:spTree>
      <p:nvGrpSpPr>
        <p:cNvPr id="1" name=""/>
        <p:cNvGrpSpPr/>
        <p:nvPr/>
      </p:nvGrpSpPr>
      <p:grpSpPr>
        <a:xfrm>
          <a:off x="0" y="0"/>
          <a:ext cx="0" cy="0"/>
          <a:chOff x="0" y="0"/>
          <a:chExt cx="0" cy="0"/>
        </a:xfrm>
      </p:grpSpPr>
      <p:sp>
        <p:nvSpPr>
          <p:cNvPr id="2" name="Textplatzhalter 2">
            <a:extLst>
              <a:ext uri="{FF2B5EF4-FFF2-40B4-BE49-F238E27FC236}">
                <a16:creationId xmlns:a16="http://schemas.microsoft.com/office/drawing/2014/main" id="{D72549F5-8DFE-096A-2E46-4EE480B9BDD1}"/>
              </a:ext>
            </a:extLst>
          </p:cNvPr>
          <p:cNvSpPr>
            <a:spLocks noGrp="1"/>
          </p:cNvSpPr>
          <p:nvPr>
            <p:ph type="body" sz="quarter" idx="21" hasCustomPrompt="1"/>
          </p:nvPr>
        </p:nvSpPr>
        <p:spPr>
          <a:xfrm>
            <a:off x="1883264" y="1682921"/>
            <a:ext cx="8427345" cy="1746079"/>
          </a:xfrm>
          <a:prstGeom prst="rect">
            <a:avLst/>
          </a:prstGeom>
        </p:spPr>
        <p:txBody>
          <a:bodyPr anchor="t"/>
          <a:lstStyle>
            <a:lvl1pPr marL="0" indent="0" algn="ctr">
              <a:buNone/>
              <a:defRPr sz="5400" b="0" i="0" baseline="0">
                <a:solidFill>
                  <a:schemeClr val="bg1"/>
                </a:solidFill>
                <a:latin typeface="Ubuntu Medium" panose="020B0504030602030204" pitchFamily="34" charset="0"/>
              </a:defRPr>
            </a:lvl1pPr>
          </a:lstStyle>
          <a:p>
            <a:pPr lvl="0"/>
            <a:r>
              <a:rPr lang="de-DE" dirty="0"/>
              <a:t>Titel der</a:t>
            </a:r>
          </a:p>
          <a:p>
            <a:pPr lvl="0"/>
            <a:r>
              <a:rPr lang="de-DE" dirty="0"/>
              <a:t>Präsentation –</a:t>
            </a:r>
          </a:p>
        </p:txBody>
      </p:sp>
      <p:sp>
        <p:nvSpPr>
          <p:cNvPr id="6" name="Textplatzhalter 2">
            <a:extLst>
              <a:ext uri="{FF2B5EF4-FFF2-40B4-BE49-F238E27FC236}">
                <a16:creationId xmlns:a16="http://schemas.microsoft.com/office/drawing/2014/main" id="{D0C109E2-066C-5748-FC5C-E257FADDC19B}"/>
              </a:ext>
            </a:extLst>
          </p:cNvPr>
          <p:cNvSpPr>
            <a:spLocks noGrp="1"/>
          </p:cNvSpPr>
          <p:nvPr>
            <p:ph type="body" sz="quarter" idx="22" hasCustomPrompt="1"/>
          </p:nvPr>
        </p:nvSpPr>
        <p:spPr>
          <a:xfrm>
            <a:off x="1883264" y="3605166"/>
            <a:ext cx="8425472" cy="654803"/>
          </a:xfrm>
          <a:prstGeom prst="rect">
            <a:avLst/>
          </a:prstGeom>
        </p:spPr>
        <p:txBody>
          <a:bodyPr anchor="t"/>
          <a:lstStyle>
            <a:lvl1pPr marL="0" indent="0" algn="ctr">
              <a:spcBef>
                <a:spcPts val="0"/>
              </a:spcBef>
              <a:buNone/>
              <a:defRPr sz="2000" b="0" i="0" baseline="0">
                <a:solidFill>
                  <a:schemeClr val="bg1"/>
                </a:solidFill>
                <a:latin typeface="Ubuntu Light" panose="020B0304030602030204" pitchFamily="34" charset="0"/>
              </a:defRPr>
            </a:lvl1pPr>
          </a:lstStyle>
          <a:p>
            <a:pPr lvl="0"/>
            <a:r>
              <a:rPr lang="de-DE" dirty="0"/>
              <a:t>Der Untertitel der Präsentation</a:t>
            </a:r>
          </a:p>
          <a:p>
            <a:pPr lvl="0"/>
            <a:r>
              <a:rPr lang="de-DE" dirty="0"/>
              <a:t>steht hier.</a:t>
            </a:r>
          </a:p>
        </p:txBody>
      </p:sp>
      <p:sp>
        <p:nvSpPr>
          <p:cNvPr id="7" name="Textplatzhalter 2">
            <a:extLst>
              <a:ext uri="{FF2B5EF4-FFF2-40B4-BE49-F238E27FC236}">
                <a16:creationId xmlns:a16="http://schemas.microsoft.com/office/drawing/2014/main" id="{87A4CF87-8EDE-2EF7-0C30-678C76ECE4B2}"/>
              </a:ext>
            </a:extLst>
          </p:cNvPr>
          <p:cNvSpPr>
            <a:spLocks noGrp="1"/>
          </p:cNvSpPr>
          <p:nvPr>
            <p:ph type="body" sz="quarter" idx="23" hasCustomPrompt="1"/>
          </p:nvPr>
        </p:nvSpPr>
        <p:spPr>
          <a:xfrm>
            <a:off x="1883264" y="1128845"/>
            <a:ext cx="8425472" cy="257018"/>
          </a:xfrm>
          <a:prstGeom prst="rect">
            <a:avLst/>
          </a:prstGeom>
        </p:spPr>
        <p:txBody>
          <a:bodyPr anchor="t"/>
          <a:lstStyle>
            <a:lvl1pPr marL="0" indent="0" algn="ctr">
              <a:spcBef>
                <a:spcPts val="0"/>
              </a:spcBef>
              <a:buNone/>
              <a:defRPr sz="1400" b="0" i="0" spc="300" baseline="0">
                <a:solidFill>
                  <a:schemeClr val="bg1"/>
                </a:solidFill>
                <a:latin typeface="Ubuntu Light" panose="020B0304030602030204" pitchFamily="34" charset="0"/>
              </a:defRPr>
            </a:lvl1pPr>
          </a:lstStyle>
          <a:p>
            <a:pPr lvl="0"/>
            <a:r>
              <a:rPr lang="de-DE" dirty="0"/>
              <a:t>DACHZEILE</a:t>
            </a:r>
          </a:p>
        </p:txBody>
      </p:sp>
      <p:sp>
        <p:nvSpPr>
          <p:cNvPr id="8" name="Textplatzhalter 2">
            <a:extLst>
              <a:ext uri="{FF2B5EF4-FFF2-40B4-BE49-F238E27FC236}">
                <a16:creationId xmlns:a16="http://schemas.microsoft.com/office/drawing/2014/main" id="{0F90320E-016C-FF89-6ACE-4A80355967D0}"/>
              </a:ext>
            </a:extLst>
          </p:cNvPr>
          <p:cNvSpPr>
            <a:spLocks noGrp="1"/>
          </p:cNvSpPr>
          <p:nvPr>
            <p:ph type="body" sz="quarter" idx="24" hasCustomPrompt="1"/>
          </p:nvPr>
        </p:nvSpPr>
        <p:spPr>
          <a:xfrm>
            <a:off x="1883264" y="4355400"/>
            <a:ext cx="4212737" cy="360850"/>
          </a:xfrm>
          <a:prstGeom prst="rect">
            <a:avLst/>
          </a:prstGeom>
          <a:solidFill>
            <a:schemeClr val="bg1">
              <a:alpha val="0"/>
            </a:schemeClr>
          </a:solidFill>
        </p:spPr>
        <p:txBody>
          <a:bodyPr wrap="square" tIns="72000" bIns="72000" anchor="ctr" anchorCtr="0">
            <a:spAutoFit/>
          </a:bodyPr>
          <a:lstStyle>
            <a:lvl1pPr marL="0" indent="0" algn="r">
              <a:spcBef>
                <a:spcPts val="0"/>
              </a:spcBef>
              <a:buNone/>
              <a:defRPr sz="1400" b="0" i="0" spc="0" baseline="0">
                <a:solidFill>
                  <a:schemeClr val="accent3"/>
                </a:solidFill>
                <a:latin typeface="Ubuntu Medium" panose="020B0504030602030204" pitchFamily="34" charset="0"/>
              </a:defRPr>
            </a:lvl1pPr>
          </a:lstStyle>
          <a:p>
            <a:pPr lvl="0"/>
            <a:r>
              <a:rPr lang="de-DE" dirty="0"/>
              <a:t>Martina Spielmann</a:t>
            </a:r>
          </a:p>
        </p:txBody>
      </p:sp>
      <p:sp>
        <p:nvSpPr>
          <p:cNvPr id="9" name="Textplatzhalter 2">
            <a:extLst>
              <a:ext uri="{FF2B5EF4-FFF2-40B4-BE49-F238E27FC236}">
                <a16:creationId xmlns:a16="http://schemas.microsoft.com/office/drawing/2014/main" id="{8A6D307A-5138-BE9D-96F5-8DE220200820}"/>
              </a:ext>
            </a:extLst>
          </p:cNvPr>
          <p:cNvSpPr>
            <a:spLocks noGrp="1"/>
          </p:cNvSpPr>
          <p:nvPr>
            <p:ph type="body" sz="quarter" idx="25" hasCustomPrompt="1"/>
          </p:nvPr>
        </p:nvSpPr>
        <p:spPr>
          <a:xfrm>
            <a:off x="6096000" y="4355400"/>
            <a:ext cx="4212736" cy="360850"/>
          </a:xfrm>
          <a:prstGeom prst="rect">
            <a:avLst/>
          </a:prstGeom>
          <a:solidFill>
            <a:schemeClr val="bg1">
              <a:alpha val="0"/>
            </a:schemeClr>
          </a:solidFill>
        </p:spPr>
        <p:txBody>
          <a:bodyPr wrap="square" tIns="72000" bIns="72000" anchor="ctr" anchorCtr="0">
            <a:spAutoFit/>
          </a:bodyPr>
          <a:lstStyle>
            <a:lvl1pPr marL="0" indent="0" algn="l">
              <a:spcBef>
                <a:spcPts val="0"/>
              </a:spcBef>
              <a:buNone/>
              <a:defRPr sz="1400" b="0" i="0" spc="0" baseline="0">
                <a:solidFill>
                  <a:schemeClr val="accent3"/>
                </a:solidFill>
                <a:latin typeface="Ubuntu Light" panose="020B0304030602030204" pitchFamily="34" charset="0"/>
              </a:defRPr>
            </a:lvl1pPr>
          </a:lstStyle>
          <a:p>
            <a:pPr lvl="0"/>
            <a:r>
              <a:rPr lang="de-DE" dirty="0"/>
              <a:t>Position </a:t>
            </a:r>
            <a:r>
              <a:rPr lang="de-DE" dirty="0" err="1"/>
              <a:t>d.velop</a:t>
            </a:r>
            <a:r>
              <a:rPr lang="de-DE" dirty="0"/>
              <a:t> AG</a:t>
            </a:r>
          </a:p>
        </p:txBody>
      </p:sp>
      <p:sp>
        <p:nvSpPr>
          <p:cNvPr id="10" name="Textfeld 9">
            <a:extLst>
              <a:ext uri="{FF2B5EF4-FFF2-40B4-BE49-F238E27FC236}">
                <a16:creationId xmlns:a16="http://schemas.microsoft.com/office/drawing/2014/main" id="{985F50BF-374A-A6E8-27B5-DF67BF7E30B8}"/>
              </a:ext>
            </a:extLst>
          </p:cNvPr>
          <p:cNvSpPr txBox="1"/>
          <p:nvPr userDrawn="1"/>
        </p:nvSpPr>
        <p:spPr>
          <a:xfrm>
            <a:off x="22860000" y="7620000"/>
            <a:ext cx="184731" cy="369332"/>
          </a:xfrm>
          <a:prstGeom prst="rect">
            <a:avLst/>
          </a:prstGeom>
          <a:noFill/>
        </p:spPr>
        <p:txBody>
          <a:bodyPr wrap="none" rtlCol="0">
            <a:spAutoFit/>
          </a:bodyPr>
          <a:lstStyle/>
          <a:p>
            <a:endParaRPr lang="de-DE" dirty="0"/>
          </a:p>
        </p:txBody>
      </p:sp>
    </p:spTree>
    <p:extLst>
      <p:ext uri="{BB962C8B-B14F-4D97-AF65-F5344CB8AC3E}">
        <p14:creationId xmlns:p14="http://schemas.microsoft.com/office/powerpoint/2010/main" val="518801864"/>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cxnSp>
        <p:nvCxnSpPr>
          <p:cNvPr id="10" name="Gerade Verbindung 74">
            <a:extLst>
              <a:ext uri="{FF2B5EF4-FFF2-40B4-BE49-F238E27FC236}">
                <a16:creationId xmlns:a16="http://schemas.microsoft.com/office/drawing/2014/main" id="{8D2E45B8-02EE-426D-A96B-4D313F992352}"/>
              </a:ext>
            </a:extLst>
          </p:cNvPr>
          <p:cNvCxnSpPr>
            <a:cxnSpLocks/>
          </p:cNvCxnSpPr>
          <p:nvPr userDrawn="1"/>
        </p:nvCxnSpPr>
        <p:spPr>
          <a:xfrm>
            <a:off x="1110343" y="2194998"/>
            <a:ext cx="8892000" cy="0"/>
          </a:xfrm>
          <a:prstGeom prst="line">
            <a:avLst/>
          </a:prstGeom>
          <a:ln w="6350">
            <a:solidFill>
              <a:schemeClr val="tx1">
                <a:lumMod val="50000"/>
                <a:lumOff val="50000"/>
                <a:alpha val="70000"/>
              </a:schemeClr>
            </a:solidFill>
          </a:ln>
          <a:effectLst/>
        </p:spPr>
        <p:style>
          <a:lnRef idx="2">
            <a:schemeClr val="accent1"/>
          </a:lnRef>
          <a:fillRef idx="0">
            <a:schemeClr val="accent1"/>
          </a:fillRef>
          <a:effectRef idx="1">
            <a:schemeClr val="accent1"/>
          </a:effectRef>
          <a:fontRef idx="minor">
            <a:schemeClr val="tx1"/>
          </a:fontRef>
        </p:style>
      </p:cxnSp>
      <p:sp>
        <p:nvSpPr>
          <p:cNvPr id="30" name="Textplatzhalter 29">
            <a:extLst>
              <a:ext uri="{FF2B5EF4-FFF2-40B4-BE49-F238E27FC236}">
                <a16:creationId xmlns:a16="http://schemas.microsoft.com/office/drawing/2014/main" id="{A756A797-442A-4FD2-9C43-76392D0498A6}"/>
              </a:ext>
            </a:extLst>
          </p:cNvPr>
          <p:cNvSpPr>
            <a:spLocks noGrp="1"/>
          </p:cNvSpPr>
          <p:nvPr>
            <p:ph type="body" sz="quarter" idx="22" hasCustomPrompt="1"/>
          </p:nvPr>
        </p:nvSpPr>
        <p:spPr>
          <a:xfrm>
            <a:off x="2369126" y="1590554"/>
            <a:ext cx="7631415" cy="432000"/>
          </a:xfrm>
          <a:prstGeom prst="rect">
            <a:avLst/>
          </a:prstGeom>
        </p:spPr>
        <p:txBody>
          <a:bodyPr bIns="0" anchor="ctr" anchorCtr="0"/>
          <a:lstStyle>
            <a:lvl1pPr marL="0" indent="0">
              <a:buNone/>
              <a:defRPr sz="2400">
                <a:latin typeface="Ubuntu" panose="020B0504030602030204" pitchFamily="34" charset="0"/>
              </a:defRPr>
            </a:lvl1pPr>
            <a:lvl2pPr marL="609494" indent="0">
              <a:buNone/>
              <a:defRPr sz="2400">
                <a:latin typeface="Ubuntu" panose="020B0504030602030204" pitchFamily="34" charset="0"/>
              </a:defRPr>
            </a:lvl2pPr>
            <a:lvl3pPr marL="1218986" indent="0">
              <a:buNone/>
              <a:defRPr sz="2400">
                <a:latin typeface="Ubuntu" panose="020B0504030602030204" pitchFamily="34" charset="0"/>
              </a:defRPr>
            </a:lvl3pPr>
            <a:lvl4pPr marL="1828480" indent="0">
              <a:buNone/>
              <a:defRPr sz="2400">
                <a:latin typeface="Ubuntu" panose="020B0504030602030204" pitchFamily="34" charset="0"/>
              </a:defRPr>
            </a:lvl4pPr>
            <a:lvl5pPr marL="2437973" indent="0">
              <a:buNone/>
              <a:defRPr sz="2400">
                <a:latin typeface="Ubuntu" panose="020B0504030602030204" pitchFamily="34" charset="0"/>
              </a:defRPr>
            </a:lvl5pPr>
          </a:lstStyle>
          <a:p>
            <a:pPr lvl="0"/>
            <a:r>
              <a:rPr lang="de-DE"/>
              <a:t>Hier Text einfügen</a:t>
            </a:r>
          </a:p>
        </p:txBody>
      </p:sp>
      <p:sp>
        <p:nvSpPr>
          <p:cNvPr id="6" name="Textplatzhalter 5">
            <a:extLst>
              <a:ext uri="{FF2B5EF4-FFF2-40B4-BE49-F238E27FC236}">
                <a16:creationId xmlns:a16="http://schemas.microsoft.com/office/drawing/2014/main" id="{F5C7540B-21C6-4EAF-896E-F40DA57E31DD}"/>
              </a:ext>
            </a:extLst>
          </p:cNvPr>
          <p:cNvSpPr>
            <a:spLocks noGrp="1"/>
          </p:cNvSpPr>
          <p:nvPr>
            <p:ph type="body" sz="quarter" idx="32" hasCustomPrompt="1"/>
          </p:nvPr>
        </p:nvSpPr>
        <p:spPr>
          <a:xfrm>
            <a:off x="1110344" y="1515210"/>
            <a:ext cx="876398" cy="582689"/>
          </a:xfrm>
          <a:prstGeom prst="rect">
            <a:avLst/>
          </a:prstGeom>
        </p:spPr>
        <p:txBody>
          <a:bodyPr bIns="0" anchor="ctr" anchorCtr="0">
            <a:noAutofit/>
          </a:bodyPr>
          <a:lstStyle>
            <a:lvl1pPr marL="0" indent="0" algn="ctr">
              <a:spcBef>
                <a:spcPts val="0"/>
              </a:spcBef>
              <a:buNone/>
              <a:defRPr sz="2400" b="1">
                <a:solidFill>
                  <a:schemeClr val="accent4"/>
                </a:solidFill>
                <a:latin typeface="Ubuntu" panose="020B0504030602030204" pitchFamily="34" charset="0"/>
              </a:defRPr>
            </a:lvl1pPr>
            <a:lvl2pPr marL="609494" indent="0">
              <a:buNone/>
              <a:defRPr sz="2400">
                <a:latin typeface="Ubuntu" panose="020B0504030602030204" pitchFamily="34" charset="0"/>
              </a:defRPr>
            </a:lvl2pPr>
            <a:lvl3pPr marL="1218986" indent="0">
              <a:buNone/>
              <a:defRPr sz="2400">
                <a:latin typeface="Ubuntu" panose="020B0504030602030204" pitchFamily="34" charset="0"/>
              </a:defRPr>
            </a:lvl3pPr>
            <a:lvl4pPr marL="1828480" indent="0">
              <a:buNone/>
              <a:defRPr sz="2400">
                <a:latin typeface="Ubuntu" panose="020B0504030602030204" pitchFamily="34" charset="0"/>
              </a:defRPr>
            </a:lvl4pPr>
            <a:lvl5pPr marL="2437973" indent="0">
              <a:buNone/>
              <a:defRPr sz="2400">
                <a:latin typeface="Ubuntu" panose="020B0504030602030204" pitchFamily="34" charset="0"/>
              </a:defRPr>
            </a:lvl5pPr>
          </a:lstStyle>
          <a:p>
            <a:pPr lvl="0"/>
            <a:r>
              <a:rPr lang="de-DE"/>
              <a:t>00</a:t>
            </a:r>
          </a:p>
        </p:txBody>
      </p:sp>
      <p:cxnSp>
        <p:nvCxnSpPr>
          <p:cNvPr id="28" name="Gerade Verbindung 74">
            <a:extLst>
              <a:ext uri="{FF2B5EF4-FFF2-40B4-BE49-F238E27FC236}">
                <a16:creationId xmlns:a16="http://schemas.microsoft.com/office/drawing/2014/main" id="{C362A808-DA67-439D-802B-1F133A8BBA70}"/>
              </a:ext>
            </a:extLst>
          </p:cNvPr>
          <p:cNvCxnSpPr>
            <a:cxnSpLocks/>
          </p:cNvCxnSpPr>
          <p:nvPr userDrawn="1"/>
        </p:nvCxnSpPr>
        <p:spPr>
          <a:xfrm>
            <a:off x="1110343" y="3085189"/>
            <a:ext cx="8892000" cy="0"/>
          </a:xfrm>
          <a:prstGeom prst="line">
            <a:avLst/>
          </a:prstGeom>
          <a:ln w="6350">
            <a:solidFill>
              <a:schemeClr val="tx1">
                <a:lumMod val="50000"/>
                <a:lumOff val="50000"/>
                <a:alpha val="70000"/>
              </a:schemeClr>
            </a:solidFill>
          </a:ln>
          <a:effectLst/>
        </p:spPr>
        <p:style>
          <a:lnRef idx="2">
            <a:schemeClr val="accent1"/>
          </a:lnRef>
          <a:fillRef idx="0">
            <a:schemeClr val="accent1"/>
          </a:fillRef>
          <a:effectRef idx="1">
            <a:schemeClr val="accent1"/>
          </a:effectRef>
          <a:fontRef idx="minor">
            <a:schemeClr val="tx1"/>
          </a:fontRef>
        </p:style>
      </p:cxnSp>
      <p:sp>
        <p:nvSpPr>
          <p:cNvPr id="29" name="Textplatzhalter 29">
            <a:extLst>
              <a:ext uri="{FF2B5EF4-FFF2-40B4-BE49-F238E27FC236}">
                <a16:creationId xmlns:a16="http://schemas.microsoft.com/office/drawing/2014/main" id="{31E8C06D-8800-4591-B561-E9FB02C27374}"/>
              </a:ext>
            </a:extLst>
          </p:cNvPr>
          <p:cNvSpPr>
            <a:spLocks noGrp="1"/>
          </p:cNvSpPr>
          <p:nvPr>
            <p:ph type="body" sz="quarter" idx="33" hasCustomPrompt="1"/>
          </p:nvPr>
        </p:nvSpPr>
        <p:spPr>
          <a:xfrm>
            <a:off x="2369126" y="2491082"/>
            <a:ext cx="7631415" cy="432000"/>
          </a:xfrm>
          <a:prstGeom prst="rect">
            <a:avLst/>
          </a:prstGeom>
        </p:spPr>
        <p:txBody>
          <a:bodyPr bIns="0" anchor="ctr" anchorCtr="0"/>
          <a:lstStyle>
            <a:lvl1pPr marL="0" indent="0">
              <a:buNone/>
              <a:defRPr sz="2400">
                <a:latin typeface="Ubuntu" panose="020B0504030602030204" pitchFamily="34" charset="0"/>
              </a:defRPr>
            </a:lvl1pPr>
            <a:lvl2pPr marL="609494" indent="0">
              <a:buNone/>
              <a:defRPr sz="2400">
                <a:latin typeface="Ubuntu" panose="020B0504030602030204" pitchFamily="34" charset="0"/>
              </a:defRPr>
            </a:lvl2pPr>
            <a:lvl3pPr marL="1218986" indent="0">
              <a:buNone/>
              <a:defRPr sz="2400">
                <a:latin typeface="Ubuntu" panose="020B0504030602030204" pitchFamily="34" charset="0"/>
              </a:defRPr>
            </a:lvl3pPr>
            <a:lvl4pPr marL="1828480" indent="0">
              <a:buNone/>
              <a:defRPr sz="2400">
                <a:latin typeface="Ubuntu" panose="020B0504030602030204" pitchFamily="34" charset="0"/>
              </a:defRPr>
            </a:lvl4pPr>
            <a:lvl5pPr marL="2437973" indent="0">
              <a:buNone/>
              <a:defRPr sz="2400">
                <a:latin typeface="Ubuntu" panose="020B0504030602030204" pitchFamily="34" charset="0"/>
              </a:defRPr>
            </a:lvl5pPr>
          </a:lstStyle>
          <a:p>
            <a:pPr lvl="0"/>
            <a:r>
              <a:rPr lang="de-DE"/>
              <a:t>Hier Text einfügen</a:t>
            </a:r>
          </a:p>
        </p:txBody>
      </p:sp>
      <p:sp>
        <p:nvSpPr>
          <p:cNvPr id="32" name="Textplatzhalter 5">
            <a:extLst>
              <a:ext uri="{FF2B5EF4-FFF2-40B4-BE49-F238E27FC236}">
                <a16:creationId xmlns:a16="http://schemas.microsoft.com/office/drawing/2014/main" id="{DBA9A857-FB0D-43FE-BE32-B97F8376573C}"/>
              </a:ext>
            </a:extLst>
          </p:cNvPr>
          <p:cNvSpPr>
            <a:spLocks noGrp="1"/>
          </p:cNvSpPr>
          <p:nvPr>
            <p:ph type="body" sz="quarter" idx="35" hasCustomPrompt="1"/>
          </p:nvPr>
        </p:nvSpPr>
        <p:spPr>
          <a:xfrm>
            <a:off x="1110344" y="2415738"/>
            <a:ext cx="876398" cy="582689"/>
          </a:xfrm>
          <a:prstGeom prst="rect">
            <a:avLst/>
          </a:prstGeom>
        </p:spPr>
        <p:txBody>
          <a:bodyPr bIns="0" anchor="ctr" anchorCtr="0">
            <a:noAutofit/>
          </a:bodyPr>
          <a:lstStyle>
            <a:lvl1pPr marL="0" indent="0" algn="ctr">
              <a:buNone/>
              <a:defRPr sz="2400" b="1">
                <a:solidFill>
                  <a:schemeClr val="accent4"/>
                </a:solidFill>
                <a:latin typeface="Ubuntu" panose="020B0504030602030204" pitchFamily="34" charset="0"/>
              </a:defRPr>
            </a:lvl1pPr>
            <a:lvl2pPr marL="609494" indent="0">
              <a:buNone/>
              <a:defRPr sz="2400">
                <a:latin typeface="Ubuntu" panose="020B0504030602030204" pitchFamily="34" charset="0"/>
              </a:defRPr>
            </a:lvl2pPr>
            <a:lvl3pPr marL="1218986" indent="0">
              <a:buNone/>
              <a:defRPr sz="2400">
                <a:latin typeface="Ubuntu" panose="020B0504030602030204" pitchFamily="34" charset="0"/>
              </a:defRPr>
            </a:lvl3pPr>
            <a:lvl4pPr marL="1828480" indent="0">
              <a:buNone/>
              <a:defRPr sz="2400">
                <a:latin typeface="Ubuntu" panose="020B0504030602030204" pitchFamily="34" charset="0"/>
              </a:defRPr>
            </a:lvl4pPr>
            <a:lvl5pPr marL="2437973" indent="0">
              <a:buNone/>
              <a:defRPr sz="2400">
                <a:latin typeface="Ubuntu" panose="020B0504030602030204" pitchFamily="34" charset="0"/>
              </a:defRPr>
            </a:lvl5pPr>
          </a:lstStyle>
          <a:p>
            <a:pPr lvl="0"/>
            <a:r>
              <a:rPr lang="de-DE"/>
              <a:t>00</a:t>
            </a:r>
          </a:p>
        </p:txBody>
      </p:sp>
      <p:cxnSp>
        <p:nvCxnSpPr>
          <p:cNvPr id="38" name="Gerade Verbindung 74">
            <a:extLst>
              <a:ext uri="{FF2B5EF4-FFF2-40B4-BE49-F238E27FC236}">
                <a16:creationId xmlns:a16="http://schemas.microsoft.com/office/drawing/2014/main" id="{F5913028-CE7F-4FE7-84EB-AA682DF5A7C1}"/>
              </a:ext>
            </a:extLst>
          </p:cNvPr>
          <p:cNvCxnSpPr>
            <a:cxnSpLocks/>
          </p:cNvCxnSpPr>
          <p:nvPr userDrawn="1"/>
        </p:nvCxnSpPr>
        <p:spPr>
          <a:xfrm>
            <a:off x="1110343" y="3980287"/>
            <a:ext cx="8892000" cy="0"/>
          </a:xfrm>
          <a:prstGeom prst="line">
            <a:avLst/>
          </a:prstGeom>
          <a:ln w="6350">
            <a:solidFill>
              <a:schemeClr val="tx1">
                <a:lumMod val="50000"/>
                <a:lumOff val="50000"/>
                <a:alpha val="70000"/>
              </a:schemeClr>
            </a:solidFill>
          </a:ln>
          <a:effectLst/>
        </p:spPr>
        <p:style>
          <a:lnRef idx="2">
            <a:schemeClr val="accent1"/>
          </a:lnRef>
          <a:fillRef idx="0">
            <a:schemeClr val="accent1"/>
          </a:fillRef>
          <a:effectRef idx="1">
            <a:schemeClr val="accent1"/>
          </a:effectRef>
          <a:fontRef idx="minor">
            <a:schemeClr val="tx1"/>
          </a:fontRef>
        </p:style>
      </p:cxnSp>
      <p:sp>
        <p:nvSpPr>
          <p:cNvPr id="42" name="Textplatzhalter 29">
            <a:extLst>
              <a:ext uri="{FF2B5EF4-FFF2-40B4-BE49-F238E27FC236}">
                <a16:creationId xmlns:a16="http://schemas.microsoft.com/office/drawing/2014/main" id="{C598204F-1AED-4C35-A84E-CB43632AE81E}"/>
              </a:ext>
            </a:extLst>
          </p:cNvPr>
          <p:cNvSpPr>
            <a:spLocks noGrp="1"/>
          </p:cNvSpPr>
          <p:nvPr>
            <p:ph type="body" sz="quarter" idx="36" hasCustomPrompt="1"/>
          </p:nvPr>
        </p:nvSpPr>
        <p:spPr>
          <a:xfrm>
            <a:off x="2369126" y="3391610"/>
            <a:ext cx="7631415" cy="432000"/>
          </a:xfrm>
          <a:prstGeom prst="rect">
            <a:avLst/>
          </a:prstGeom>
        </p:spPr>
        <p:txBody>
          <a:bodyPr bIns="0" anchor="ctr" anchorCtr="0"/>
          <a:lstStyle>
            <a:lvl1pPr marL="0" indent="0">
              <a:buNone/>
              <a:defRPr sz="2400">
                <a:latin typeface="Ubuntu" panose="020B0504030602030204" pitchFamily="34" charset="0"/>
              </a:defRPr>
            </a:lvl1pPr>
            <a:lvl2pPr marL="609494" indent="0">
              <a:buNone/>
              <a:defRPr sz="2400">
                <a:latin typeface="Ubuntu" panose="020B0504030602030204" pitchFamily="34" charset="0"/>
              </a:defRPr>
            </a:lvl2pPr>
            <a:lvl3pPr marL="1218986" indent="0">
              <a:buNone/>
              <a:defRPr sz="2400">
                <a:latin typeface="Ubuntu" panose="020B0504030602030204" pitchFamily="34" charset="0"/>
              </a:defRPr>
            </a:lvl3pPr>
            <a:lvl4pPr marL="1828480" indent="0">
              <a:buNone/>
              <a:defRPr sz="2400">
                <a:latin typeface="Ubuntu" panose="020B0504030602030204" pitchFamily="34" charset="0"/>
              </a:defRPr>
            </a:lvl4pPr>
            <a:lvl5pPr marL="2437973" indent="0">
              <a:buNone/>
              <a:defRPr sz="2400">
                <a:latin typeface="Ubuntu" panose="020B0504030602030204" pitchFamily="34" charset="0"/>
              </a:defRPr>
            </a:lvl5pPr>
          </a:lstStyle>
          <a:p>
            <a:pPr lvl="0"/>
            <a:r>
              <a:rPr lang="de-DE"/>
              <a:t>Hier Text einfügen</a:t>
            </a:r>
          </a:p>
        </p:txBody>
      </p:sp>
      <p:sp>
        <p:nvSpPr>
          <p:cNvPr id="47" name="Textplatzhalter 5">
            <a:extLst>
              <a:ext uri="{FF2B5EF4-FFF2-40B4-BE49-F238E27FC236}">
                <a16:creationId xmlns:a16="http://schemas.microsoft.com/office/drawing/2014/main" id="{13904A4F-D70A-4057-8864-DA5D9DEDE99B}"/>
              </a:ext>
            </a:extLst>
          </p:cNvPr>
          <p:cNvSpPr>
            <a:spLocks noGrp="1"/>
          </p:cNvSpPr>
          <p:nvPr>
            <p:ph type="body" sz="quarter" idx="38" hasCustomPrompt="1"/>
          </p:nvPr>
        </p:nvSpPr>
        <p:spPr>
          <a:xfrm>
            <a:off x="1110344" y="3316266"/>
            <a:ext cx="876398" cy="582689"/>
          </a:xfrm>
          <a:prstGeom prst="rect">
            <a:avLst/>
          </a:prstGeom>
        </p:spPr>
        <p:txBody>
          <a:bodyPr bIns="0" anchor="ctr" anchorCtr="0">
            <a:noAutofit/>
          </a:bodyPr>
          <a:lstStyle>
            <a:lvl1pPr marL="0" indent="0" algn="ctr">
              <a:buNone/>
              <a:defRPr sz="2400" b="1">
                <a:solidFill>
                  <a:schemeClr val="accent4"/>
                </a:solidFill>
                <a:latin typeface="Ubuntu" panose="020B0504030602030204" pitchFamily="34" charset="0"/>
              </a:defRPr>
            </a:lvl1pPr>
            <a:lvl2pPr marL="609494" indent="0">
              <a:buNone/>
              <a:defRPr sz="2400">
                <a:latin typeface="Ubuntu" panose="020B0504030602030204" pitchFamily="34" charset="0"/>
              </a:defRPr>
            </a:lvl2pPr>
            <a:lvl3pPr marL="1218986" indent="0">
              <a:buNone/>
              <a:defRPr sz="2400">
                <a:latin typeface="Ubuntu" panose="020B0504030602030204" pitchFamily="34" charset="0"/>
              </a:defRPr>
            </a:lvl3pPr>
            <a:lvl4pPr marL="1828480" indent="0">
              <a:buNone/>
              <a:defRPr sz="2400">
                <a:latin typeface="Ubuntu" panose="020B0504030602030204" pitchFamily="34" charset="0"/>
              </a:defRPr>
            </a:lvl4pPr>
            <a:lvl5pPr marL="2437973" indent="0">
              <a:buNone/>
              <a:defRPr sz="2400">
                <a:latin typeface="Ubuntu" panose="020B0504030602030204" pitchFamily="34" charset="0"/>
              </a:defRPr>
            </a:lvl5pPr>
          </a:lstStyle>
          <a:p>
            <a:pPr lvl="0"/>
            <a:r>
              <a:rPr lang="de-DE"/>
              <a:t>00</a:t>
            </a:r>
          </a:p>
        </p:txBody>
      </p:sp>
      <p:cxnSp>
        <p:nvCxnSpPr>
          <p:cNvPr id="48" name="Gerade Verbindung 74">
            <a:extLst>
              <a:ext uri="{FF2B5EF4-FFF2-40B4-BE49-F238E27FC236}">
                <a16:creationId xmlns:a16="http://schemas.microsoft.com/office/drawing/2014/main" id="{DA5AF4A5-76D8-4301-8E85-06118E03600E}"/>
              </a:ext>
            </a:extLst>
          </p:cNvPr>
          <p:cNvCxnSpPr>
            <a:cxnSpLocks/>
          </p:cNvCxnSpPr>
          <p:nvPr userDrawn="1"/>
        </p:nvCxnSpPr>
        <p:spPr>
          <a:xfrm>
            <a:off x="1110343" y="4877517"/>
            <a:ext cx="8892000" cy="0"/>
          </a:xfrm>
          <a:prstGeom prst="line">
            <a:avLst/>
          </a:prstGeom>
          <a:ln w="6350">
            <a:solidFill>
              <a:schemeClr val="tx1">
                <a:lumMod val="50000"/>
                <a:lumOff val="50000"/>
                <a:alpha val="70000"/>
              </a:schemeClr>
            </a:solidFill>
          </a:ln>
          <a:effectLst/>
        </p:spPr>
        <p:style>
          <a:lnRef idx="2">
            <a:schemeClr val="accent1"/>
          </a:lnRef>
          <a:fillRef idx="0">
            <a:schemeClr val="accent1"/>
          </a:fillRef>
          <a:effectRef idx="1">
            <a:schemeClr val="accent1"/>
          </a:effectRef>
          <a:fontRef idx="minor">
            <a:schemeClr val="tx1"/>
          </a:fontRef>
        </p:style>
      </p:cxnSp>
      <p:sp>
        <p:nvSpPr>
          <p:cNvPr id="49" name="Textplatzhalter 29">
            <a:extLst>
              <a:ext uri="{FF2B5EF4-FFF2-40B4-BE49-F238E27FC236}">
                <a16:creationId xmlns:a16="http://schemas.microsoft.com/office/drawing/2014/main" id="{91CC6A73-4F57-45C2-A5DE-0ADEDB9D7975}"/>
              </a:ext>
            </a:extLst>
          </p:cNvPr>
          <p:cNvSpPr>
            <a:spLocks noGrp="1"/>
          </p:cNvSpPr>
          <p:nvPr>
            <p:ph type="body" sz="quarter" idx="39" hasCustomPrompt="1"/>
          </p:nvPr>
        </p:nvSpPr>
        <p:spPr>
          <a:xfrm>
            <a:off x="2369126" y="4292138"/>
            <a:ext cx="7631415" cy="432000"/>
          </a:xfrm>
          <a:prstGeom prst="rect">
            <a:avLst/>
          </a:prstGeom>
        </p:spPr>
        <p:txBody>
          <a:bodyPr bIns="0" anchor="ctr" anchorCtr="0"/>
          <a:lstStyle>
            <a:lvl1pPr marL="0" indent="0">
              <a:buNone/>
              <a:defRPr sz="2400">
                <a:latin typeface="Ubuntu" panose="020B0504030602030204" pitchFamily="34" charset="0"/>
              </a:defRPr>
            </a:lvl1pPr>
            <a:lvl2pPr marL="609494" indent="0">
              <a:buNone/>
              <a:defRPr sz="2400">
                <a:latin typeface="Ubuntu" panose="020B0504030602030204" pitchFamily="34" charset="0"/>
              </a:defRPr>
            </a:lvl2pPr>
            <a:lvl3pPr marL="1218986" indent="0">
              <a:buNone/>
              <a:defRPr sz="2400">
                <a:latin typeface="Ubuntu" panose="020B0504030602030204" pitchFamily="34" charset="0"/>
              </a:defRPr>
            </a:lvl3pPr>
            <a:lvl4pPr marL="1828480" indent="0">
              <a:buNone/>
              <a:defRPr sz="2400">
                <a:latin typeface="Ubuntu" panose="020B0504030602030204" pitchFamily="34" charset="0"/>
              </a:defRPr>
            </a:lvl4pPr>
            <a:lvl5pPr marL="2437973" indent="0">
              <a:buNone/>
              <a:defRPr sz="2400">
                <a:latin typeface="Ubuntu" panose="020B0504030602030204" pitchFamily="34" charset="0"/>
              </a:defRPr>
            </a:lvl5pPr>
          </a:lstStyle>
          <a:p>
            <a:pPr lvl="0"/>
            <a:r>
              <a:rPr lang="de-DE"/>
              <a:t>Hier Text einfügen</a:t>
            </a:r>
          </a:p>
        </p:txBody>
      </p:sp>
      <p:sp>
        <p:nvSpPr>
          <p:cNvPr id="54" name="Textplatzhalter 5">
            <a:extLst>
              <a:ext uri="{FF2B5EF4-FFF2-40B4-BE49-F238E27FC236}">
                <a16:creationId xmlns:a16="http://schemas.microsoft.com/office/drawing/2014/main" id="{7A92F2EC-2710-4669-BE70-350EAB412CDA}"/>
              </a:ext>
            </a:extLst>
          </p:cNvPr>
          <p:cNvSpPr>
            <a:spLocks noGrp="1"/>
          </p:cNvSpPr>
          <p:nvPr>
            <p:ph type="body" sz="quarter" idx="41" hasCustomPrompt="1"/>
          </p:nvPr>
        </p:nvSpPr>
        <p:spPr>
          <a:xfrm>
            <a:off x="1110344" y="4216794"/>
            <a:ext cx="876398" cy="582689"/>
          </a:xfrm>
          <a:prstGeom prst="rect">
            <a:avLst/>
          </a:prstGeom>
        </p:spPr>
        <p:txBody>
          <a:bodyPr bIns="0" anchor="ctr" anchorCtr="0">
            <a:noAutofit/>
          </a:bodyPr>
          <a:lstStyle>
            <a:lvl1pPr marL="0" indent="0" algn="ctr">
              <a:buNone/>
              <a:defRPr sz="2400" b="1">
                <a:solidFill>
                  <a:schemeClr val="accent4"/>
                </a:solidFill>
                <a:latin typeface="Ubuntu" panose="020B0504030602030204" pitchFamily="34" charset="0"/>
              </a:defRPr>
            </a:lvl1pPr>
            <a:lvl2pPr marL="609494" indent="0">
              <a:buNone/>
              <a:defRPr sz="2400">
                <a:latin typeface="Ubuntu" panose="020B0504030602030204" pitchFamily="34" charset="0"/>
              </a:defRPr>
            </a:lvl2pPr>
            <a:lvl3pPr marL="1218986" indent="0">
              <a:buNone/>
              <a:defRPr sz="2400">
                <a:latin typeface="Ubuntu" panose="020B0504030602030204" pitchFamily="34" charset="0"/>
              </a:defRPr>
            </a:lvl3pPr>
            <a:lvl4pPr marL="1828480" indent="0">
              <a:buNone/>
              <a:defRPr sz="2400">
                <a:latin typeface="Ubuntu" panose="020B0504030602030204" pitchFamily="34" charset="0"/>
              </a:defRPr>
            </a:lvl4pPr>
            <a:lvl5pPr marL="2437973" indent="0">
              <a:buNone/>
              <a:defRPr sz="2400">
                <a:latin typeface="Ubuntu" panose="020B0504030602030204" pitchFamily="34" charset="0"/>
              </a:defRPr>
            </a:lvl5pPr>
          </a:lstStyle>
          <a:p>
            <a:pPr lvl="0"/>
            <a:r>
              <a:rPr lang="de-DE"/>
              <a:t>00</a:t>
            </a:r>
          </a:p>
        </p:txBody>
      </p:sp>
      <p:cxnSp>
        <p:nvCxnSpPr>
          <p:cNvPr id="55" name="Gerade Verbindung 74">
            <a:extLst>
              <a:ext uri="{FF2B5EF4-FFF2-40B4-BE49-F238E27FC236}">
                <a16:creationId xmlns:a16="http://schemas.microsoft.com/office/drawing/2014/main" id="{A922FC97-84E9-4A92-9E27-319D60BB2FEF}"/>
              </a:ext>
            </a:extLst>
          </p:cNvPr>
          <p:cNvCxnSpPr>
            <a:cxnSpLocks/>
          </p:cNvCxnSpPr>
          <p:nvPr userDrawn="1"/>
        </p:nvCxnSpPr>
        <p:spPr>
          <a:xfrm>
            <a:off x="1110343" y="5775893"/>
            <a:ext cx="8892000" cy="0"/>
          </a:xfrm>
          <a:prstGeom prst="line">
            <a:avLst/>
          </a:prstGeom>
          <a:ln w="6350">
            <a:solidFill>
              <a:schemeClr val="tx1">
                <a:lumMod val="50000"/>
                <a:lumOff val="50000"/>
                <a:alpha val="70000"/>
              </a:schemeClr>
            </a:solidFill>
          </a:ln>
          <a:effectLst/>
        </p:spPr>
        <p:style>
          <a:lnRef idx="2">
            <a:schemeClr val="accent1"/>
          </a:lnRef>
          <a:fillRef idx="0">
            <a:schemeClr val="accent1"/>
          </a:fillRef>
          <a:effectRef idx="1">
            <a:schemeClr val="accent1"/>
          </a:effectRef>
          <a:fontRef idx="minor">
            <a:schemeClr val="tx1"/>
          </a:fontRef>
        </p:style>
      </p:cxnSp>
      <p:sp>
        <p:nvSpPr>
          <p:cNvPr id="56" name="Textplatzhalter 29">
            <a:extLst>
              <a:ext uri="{FF2B5EF4-FFF2-40B4-BE49-F238E27FC236}">
                <a16:creationId xmlns:a16="http://schemas.microsoft.com/office/drawing/2014/main" id="{1F2A0129-27EC-4C07-99CC-B1E06D694231}"/>
              </a:ext>
            </a:extLst>
          </p:cNvPr>
          <p:cNvSpPr>
            <a:spLocks noGrp="1"/>
          </p:cNvSpPr>
          <p:nvPr>
            <p:ph type="body" sz="quarter" idx="42" hasCustomPrompt="1"/>
          </p:nvPr>
        </p:nvSpPr>
        <p:spPr>
          <a:xfrm>
            <a:off x="2369126" y="5192665"/>
            <a:ext cx="7631415" cy="432000"/>
          </a:xfrm>
          <a:prstGeom prst="rect">
            <a:avLst/>
          </a:prstGeom>
        </p:spPr>
        <p:txBody>
          <a:bodyPr bIns="0" anchor="ctr" anchorCtr="0"/>
          <a:lstStyle>
            <a:lvl1pPr marL="0" indent="0">
              <a:buNone/>
              <a:defRPr sz="2400">
                <a:latin typeface="Ubuntu" panose="020B0504030602030204" pitchFamily="34" charset="0"/>
              </a:defRPr>
            </a:lvl1pPr>
            <a:lvl2pPr marL="609494" indent="0">
              <a:buNone/>
              <a:defRPr sz="2400">
                <a:latin typeface="Ubuntu" panose="020B0504030602030204" pitchFamily="34" charset="0"/>
              </a:defRPr>
            </a:lvl2pPr>
            <a:lvl3pPr marL="1218986" indent="0">
              <a:buNone/>
              <a:defRPr sz="2400">
                <a:latin typeface="Ubuntu" panose="020B0504030602030204" pitchFamily="34" charset="0"/>
              </a:defRPr>
            </a:lvl3pPr>
            <a:lvl4pPr marL="1828480" indent="0">
              <a:buNone/>
              <a:defRPr sz="2400">
                <a:latin typeface="Ubuntu" panose="020B0504030602030204" pitchFamily="34" charset="0"/>
              </a:defRPr>
            </a:lvl4pPr>
            <a:lvl5pPr marL="2437973" indent="0">
              <a:buNone/>
              <a:defRPr sz="2400">
                <a:latin typeface="Ubuntu" panose="020B0504030602030204" pitchFamily="34" charset="0"/>
              </a:defRPr>
            </a:lvl5pPr>
          </a:lstStyle>
          <a:p>
            <a:pPr lvl="0"/>
            <a:r>
              <a:rPr lang="de-DE"/>
              <a:t>Hier Text einfügen</a:t>
            </a:r>
          </a:p>
        </p:txBody>
      </p:sp>
      <p:sp>
        <p:nvSpPr>
          <p:cNvPr id="58" name="Textplatzhalter 5">
            <a:extLst>
              <a:ext uri="{FF2B5EF4-FFF2-40B4-BE49-F238E27FC236}">
                <a16:creationId xmlns:a16="http://schemas.microsoft.com/office/drawing/2014/main" id="{BFFD4E4E-B3DB-46EF-9E01-0AEECA0001C6}"/>
              </a:ext>
            </a:extLst>
          </p:cNvPr>
          <p:cNvSpPr>
            <a:spLocks noGrp="1"/>
          </p:cNvSpPr>
          <p:nvPr>
            <p:ph type="body" sz="quarter" idx="44" hasCustomPrompt="1"/>
          </p:nvPr>
        </p:nvSpPr>
        <p:spPr>
          <a:xfrm>
            <a:off x="1112619" y="5117321"/>
            <a:ext cx="876398" cy="582689"/>
          </a:xfrm>
          <a:prstGeom prst="rect">
            <a:avLst/>
          </a:prstGeom>
        </p:spPr>
        <p:txBody>
          <a:bodyPr bIns="0" anchor="ctr" anchorCtr="0">
            <a:noAutofit/>
          </a:bodyPr>
          <a:lstStyle>
            <a:lvl1pPr marL="0" indent="0" algn="ctr">
              <a:buNone/>
              <a:defRPr sz="2400" b="1">
                <a:solidFill>
                  <a:schemeClr val="accent4"/>
                </a:solidFill>
                <a:latin typeface="Ubuntu" panose="020B0504030602030204" pitchFamily="34" charset="0"/>
              </a:defRPr>
            </a:lvl1pPr>
            <a:lvl2pPr marL="609494" indent="0">
              <a:buNone/>
              <a:defRPr sz="2400">
                <a:latin typeface="Ubuntu" panose="020B0504030602030204" pitchFamily="34" charset="0"/>
              </a:defRPr>
            </a:lvl2pPr>
            <a:lvl3pPr marL="1218986" indent="0">
              <a:buNone/>
              <a:defRPr sz="2400">
                <a:latin typeface="Ubuntu" panose="020B0504030602030204" pitchFamily="34" charset="0"/>
              </a:defRPr>
            </a:lvl3pPr>
            <a:lvl4pPr marL="1828480" indent="0">
              <a:buNone/>
              <a:defRPr sz="2400">
                <a:latin typeface="Ubuntu" panose="020B0504030602030204" pitchFamily="34" charset="0"/>
              </a:defRPr>
            </a:lvl4pPr>
            <a:lvl5pPr marL="2437973" indent="0">
              <a:buNone/>
              <a:defRPr sz="2400">
                <a:latin typeface="Ubuntu" panose="020B0504030602030204" pitchFamily="34" charset="0"/>
              </a:defRPr>
            </a:lvl5pPr>
          </a:lstStyle>
          <a:p>
            <a:pPr lvl="0"/>
            <a:r>
              <a:rPr lang="de-DE"/>
              <a:t>00</a:t>
            </a:r>
          </a:p>
        </p:txBody>
      </p:sp>
      <p:sp>
        <p:nvSpPr>
          <p:cNvPr id="23" name="Titel 22">
            <a:extLst>
              <a:ext uri="{FF2B5EF4-FFF2-40B4-BE49-F238E27FC236}">
                <a16:creationId xmlns:a16="http://schemas.microsoft.com/office/drawing/2014/main" id="{FA4EDC0B-EF54-4F8A-AB04-E4F48B96F08D}"/>
              </a:ext>
            </a:extLst>
          </p:cNvPr>
          <p:cNvSpPr>
            <a:spLocks noGrp="1"/>
          </p:cNvSpPr>
          <p:nvPr>
            <p:ph type="title" hasCustomPrompt="1"/>
          </p:nvPr>
        </p:nvSpPr>
        <p:spPr>
          <a:xfrm>
            <a:off x="1110343" y="365126"/>
            <a:ext cx="9746458" cy="686986"/>
          </a:xfrm>
          <a:prstGeom prst="rect">
            <a:avLst/>
          </a:prstGeom>
        </p:spPr>
        <p:txBody>
          <a:bodyPr/>
          <a:lstStyle>
            <a:lvl1pPr algn="l">
              <a:defRPr sz="4000">
                <a:solidFill>
                  <a:schemeClr val="accent4"/>
                </a:solidFill>
                <a:latin typeface="Ubuntu" panose="020B0504030602030204" pitchFamily="34" charset="0"/>
              </a:defRPr>
            </a:lvl1pPr>
          </a:lstStyle>
          <a:p>
            <a:r>
              <a:rPr lang="de-DE"/>
              <a:t>&lt;&lt;Inhalt hinzufügen&gt;&gt;</a:t>
            </a:r>
          </a:p>
        </p:txBody>
      </p:sp>
      <p:pic>
        <p:nvPicPr>
          <p:cNvPr id="2" name="Grafik 1">
            <a:extLst>
              <a:ext uri="{FF2B5EF4-FFF2-40B4-BE49-F238E27FC236}">
                <a16:creationId xmlns:a16="http://schemas.microsoft.com/office/drawing/2014/main" id="{C672893C-CB4A-9192-2E64-FF0A58D2380D}"/>
              </a:ext>
            </a:extLst>
          </p:cNvPr>
          <p:cNvPicPr>
            <a:picLocks noChangeAspect="1"/>
          </p:cNvPicPr>
          <p:nvPr userDrawn="1"/>
        </p:nvPicPr>
        <p:blipFill>
          <a:blip r:embed="rId2"/>
          <a:stretch>
            <a:fillRect/>
          </a:stretch>
        </p:blipFill>
        <p:spPr>
          <a:xfrm>
            <a:off x="11023313" y="72981"/>
            <a:ext cx="981652" cy="525574"/>
          </a:xfrm>
          <a:prstGeom prst="rect">
            <a:avLst/>
          </a:prstGeom>
        </p:spPr>
      </p:pic>
    </p:spTree>
    <p:extLst>
      <p:ext uri="{BB962C8B-B14F-4D97-AF65-F5344CB8AC3E}">
        <p14:creationId xmlns:p14="http://schemas.microsoft.com/office/powerpoint/2010/main" val="1410843351"/>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uzzword 1">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4C7CECDC-2F39-0E5B-F289-312E61C66BA1}"/>
              </a:ext>
            </a:extLst>
          </p:cNvPr>
          <p:cNvSpPr>
            <a:spLocks noGrp="1"/>
          </p:cNvSpPr>
          <p:nvPr>
            <p:ph type="body" sz="quarter" idx="21" hasCustomPrompt="1"/>
          </p:nvPr>
        </p:nvSpPr>
        <p:spPr>
          <a:xfrm>
            <a:off x="971519" y="2757586"/>
            <a:ext cx="10248962" cy="973493"/>
          </a:xfrm>
          <a:prstGeom prst="rect">
            <a:avLst/>
          </a:prstGeom>
        </p:spPr>
        <p:txBody>
          <a:bodyPr anchor="t"/>
          <a:lstStyle>
            <a:lvl1pPr marL="0" indent="0" algn="ctr">
              <a:buNone/>
              <a:defRPr sz="7500" b="0" i="0" baseline="0">
                <a:solidFill>
                  <a:schemeClr val="accent2"/>
                </a:solidFill>
                <a:latin typeface="Ubuntu Medium" panose="020B0504030602030204" pitchFamily="34" charset="0"/>
              </a:defRPr>
            </a:lvl1pPr>
          </a:lstStyle>
          <a:p>
            <a:pPr lvl="0"/>
            <a:r>
              <a:rPr lang="de-DE" dirty="0"/>
              <a:t>Buzzword</a:t>
            </a:r>
          </a:p>
        </p:txBody>
      </p:sp>
      <p:sp>
        <p:nvSpPr>
          <p:cNvPr id="6" name="Textplatzhalter 2">
            <a:extLst>
              <a:ext uri="{FF2B5EF4-FFF2-40B4-BE49-F238E27FC236}">
                <a16:creationId xmlns:a16="http://schemas.microsoft.com/office/drawing/2014/main" id="{0E44060E-7A31-D339-18FB-74A7AA129ACC}"/>
              </a:ext>
            </a:extLst>
          </p:cNvPr>
          <p:cNvSpPr>
            <a:spLocks noGrp="1"/>
          </p:cNvSpPr>
          <p:nvPr>
            <p:ph type="body" sz="quarter" idx="22" hasCustomPrompt="1"/>
          </p:nvPr>
        </p:nvSpPr>
        <p:spPr>
          <a:xfrm>
            <a:off x="971519" y="3957754"/>
            <a:ext cx="10248962" cy="966402"/>
          </a:xfrm>
          <a:prstGeom prst="rect">
            <a:avLst/>
          </a:prstGeom>
        </p:spPr>
        <p:txBody>
          <a:bodyPr anchor="t"/>
          <a:lstStyle>
            <a:lvl1pPr marL="0" indent="0" algn="ctr">
              <a:spcBef>
                <a:spcPts val="0"/>
              </a:spcBef>
              <a:buNone/>
              <a:defRPr sz="1800" b="0" i="0" baseline="0">
                <a:solidFill>
                  <a:schemeClr val="tx1"/>
                </a:solidFill>
                <a:latin typeface="Ubuntu Light" panose="020B0304030602030204" pitchFamily="34" charset="0"/>
              </a:defRPr>
            </a:lvl1pPr>
          </a:lstStyle>
          <a:p>
            <a:pPr lvl="0"/>
            <a:r>
              <a:rPr lang="de-DE" dirty="0"/>
              <a:t>Untertitel/kurzer Satz.</a:t>
            </a:r>
          </a:p>
        </p:txBody>
      </p:sp>
    </p:spTree>
    <p:extLst>
      <p:ext uri="{BB962C8B-B14F-4D97-AF65-F5344CB8AC3E}">
        <p14:creationId xmlns:p14="http://schemas.microsoft.com/office/powerpoint/2010/main" val="304281644"/>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zzword 2">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4C7CECDC-2F39-0E5B-F289-312E61C66BA1}"/>
              </a:ext>
            </a:extLst>
          </p:cNvPr>
          <p:cNvSpPr>
            <a:spLocks noGrp="1"/>
          </p:cNvSpPr>
          <p:nvPr>
            <p:ph type="body" sz="quarter" idx="21" hasCustomPrompt="1"/>
          </p:nvPr>
        </p:nvSpPr>
        <p:spPr>
          <a:xfrm>
            <a:off x="971519" y="2757586"/>
            <a:ext cx="10248962" cy="973493"/>
          </a:xfrm>
          <a:prstGeom prst="rect">
            <a:avLst/>
          </a:prstGeom>
        </p:spPr>
        <p:txBody>
          <a:bodyPr anchor="t"/>
          <a:lstStyle>
            <a:lvl1pPr marL="0" indent="0" algn="ctr">
              <a:buNone/>
              <a:defRPr sz="7500" b="0" i="0" baseline="0">
                <a:solidFill>
                  <a:schemeClr val="accent1"/>
                </a:solidFill>
                <a:latin typeface="Ubuntu Medium" panose="020B0504030602030204" pitchFamily="34" charset="0"/>
              </a:defRPr>
            </a:lvl1pPr>
          </a:lstStyle>
          <a:p>
            <a:pPr lvl="0"/>
            <a:r>
              <a:rPr lang="de-DE" dirty="0"/>
              <a:t>Buzzword</a:t>
            </a:r>
          </a:p>
        </p:txBody>
      </p:sp>
      <p:sp>
        <p:nvSpPr>
          <p:cNvPr id="6" name="Textplatzhalter 2">
            <a:extLst>
              <a:ext uri="{FF2B5EF4-FFF2-40B4-BE49-F238E27FC236}">
                <a16:creationId xmlns:a16="http://schemas.microsoft.com/office/drawing/2014/main" id="{0E44060E-7A31-D339-18FB-74A7AA129ACC}"/>
              </a:ext>
            </a:extLst>
          </p:cNvPr>
          <p:cNvSpPr>
            <a:spLocks noGrp="1"/>
          </p:cNvSpPr>
          <p:nvPr>
            <p:ph type="body" sz="quarter" idx="22" hasCustomPrompt="1"/>
          </p:nvPr>
        </p:nvSpPr>
        <p:spPr>
          <a:xfrm>
            <a:off x="971519" y="3957754"/>
            <a:ext cx="10248962" cy="966402"/>
          </a:xfrm>
          <a:prstGeom prst="rect">
            <a:avLst/>
          </a:prstGeom>
        </p:spPr>
        <p:txBody>
          <a:bodyPr anchor="t"/>
          <a:lstStyle>
            <a:lvl1pPr marL="0" indent="0" algn="ctr">
              <a:spcBef>
                <a:spcPts val="0"/>
              </a:spcBef>
              <a:buNone/>
              <a:defRPr sz="1800" b="0" i="0" baseline="0">
                <a:solidFill>
                  <a:schemeClr val="tx1"/>
                </a:solidFill>
                <a:latin typeface="Ubuntu Light" panose="020B0304030602030204" pitchFamily="34" charset="0"/>
              </a:defRPr>
            </a:lvl1pPr>
          </a:lstStyle>
          <a:p>
            <a:pPr lvl="0"/>
            <a:r>
              <a:rPr lang="de-DE" dirty="0"/>
              <a:t>Untertitel/kurzer Satz.</a:t>
            </a:r>
          </a:p>
        </p:txBody>
      </p:sp>
    </p:spTree>
    <p:extLst>
      <p:ext uri="{BB962C8B-B14F-4D97-AF65-F5344CB8AC3E}">
        <p14:creationId xmlns:p14="http://schemas.microsoft.com/office/powerpoint/2010/main" val="3535570789"/>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uzzword 3">
    <p:bg>
      <p:bgPr>
        <a:solidFill>
          <a:srgbClr val="333E48"/>
        </a:solidFill>
        <a:effectLst/>
      </p:bgPr>
    </p:bg>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4C7CECDC-2F39-0E5B-F289-312E61C66BA1}"/>
              </a:ext>
            </a:extLst>
          </p:cNvPr>
          <p:cNvSpPr>
            <a:spLocks noGrp="1"/>
          </p:cNvSpPr>
          <p:nvPr>
            <p:ph type="body" sz="quarter" idx="21" hasCustomPrompt="1"/>
          </p:nvPr>
        </p:nvSpPr>
        <p:spPr>
          <a:xfrm>
            <a:off x="971519" y="2757586"/>
            <a:ext cx="10248962" cy="973493"/>
          </a:xfrm>
          <a:prstGeom prst="rect">
            <a:avLst/>
          </a:prstGeom>
        </p:spPr>
        <p:txBody>
          <a:bodyPr anchor="t"/>
          <a:lstStyle>
            <a:lvl1pPr marL="0" indent="0" algn="ctr">
              <a:buNone/>
              <a:defRPr sz="7500" b="0" i="0" baseline="0">
                <a:solidFill>
                  <a:schemeClr val="accent3"/>
                </a:solidFill>
                <a:latin typeface="Ubuntu Medium" panose="020B0504030602030204" pitchFamily="34" charset="0"/>
              </a:defRPr>
            </a:lvl1pPr>
          </a:lstStyle>
          <a:p>
            <a:pPr lvl="0"/>
            <a:r>
              <a:rPr lang="de-DE" dirty="0"/>
              <a:t>Buzzword</a:t>
            </a:r>
          </a:p>
        </p:txBody>
      </p:sp>
      <p:sp>
        <p:nvSpPr>
          <p:cNvPr id="6" name="Textplatzhalter 2">
            <a:extLst>
              <a:ext uri="{FF2B5EF4-FFF2-40B4-BE49-F238E27FC236}">
                <a16:creationId xmlns:a16="http://schemas.microsoft.com/office/drawing/2014/main" id="{0E44060E-7A31-D339-18FB-74A7AA129ACC}"/>
              </a:ext>
            </a:extLst>
          </p:cNvPr>
          <p:cNvSpPr>
            <a:spLocks noGrp="1"/>
          </p:cNvSpPr>
          <p:nvPr>
            <p:ph type="body" sz="quarter" idx="22" hasCustomPrompt="1"/>
          </p:nvPr>
        </p:nvSpPr>
        <p:spPr>
          <a:xfrm>
            <a:off x="971519" y="3957754"/>
            <a:ext cx="10248962" cy="966402"/>
          </a:xfrm>
          <a:prstGeom prst="rect">
            <a:avLst/>
          </a:prstGeom>
        </p:spPr>
        <p:txBody>
          <a:bodyPr anchor="t"/>
          <a:lstStyle>
            <a:lvl1pPr marL="0" indent="0" algn="ctr">
              <a:spcBef>
                <a:spcPts val="0"/>
              </a:spcBef>
              <a:buNone/>
              <a:defRPr sz="1800" b="0" i="0" baseline="0">
                <a:solidFill>
                  <a:schemeClr val="bg1"/>
                </a:solidFill>
                <a:latin typeface="Ubuntu Light" panose="020B0304030602030204" pitchFamily="34" charset="0"/>
              </a:defRPr>
            </a:lvl1pPr>
          </a:lstStyle>
          <a:p>
            <a:pPr lvl="0"/>
            <a:r>
              <a:rPr lang="de-DE" dirty="0"/>
              <a:t>Untertitel/kurzer Satz.</a:t>
            </a:r>
          </a:p>
        </p:txBody>
      </p:sp>
      <p:pic>
        <p:nvPicPr>
          <p:cNvPr id="2" name="Grafik 1">
            <a:extLst>
              <a:ext uri="{FF2B5EF4-FFF2-40B4-BE49-F238E27FC236}">
                <a16:creationId xmlns:a16="http://schemas.microsoft.com/office/drawing/2014/main" id="{03B1FE6B-8683-E206-895A-92D5E21A79DF}"/>
              </a:ext>
            </a:extLst>
          </p:cNvPr>
          <p:cNvPicPr>
            <a:picLocks noChangeAspect="1"/>
          </p:cNvPicPr>
          <p:nvPr userDrawn="1"/>
        </p:nvPicPr>
        <p:blipFill>
          <a:blip r:embed="rId2">
            <a:lum bright="100000"/>
          </a:blip>
          <a:stretch>
            <a:fillRect/>
          </a:stretch>
        </p:blipFill>
        <p:spPr>
          <a:xfrm>
            <a:off x="11023313" y="72981"/>
            <a:ext cx="981652" cy="525574"/>
          </a:xfrm>
          <a:prstGeom prst="rect">
            <a:avLst/>
          </a:prstGeom>
          <a:solidFill>
            <a:srgbClr val="333E48"/>
          </a:solidFill>
        </p:spPr>
      </p:pic>
    </p:spTree>
    <p:extLst>
      <p:ext uri="{BB962C8B-B14F-4D97-AF65-F5344CB8AC3E}">
        <p14:creationId xmlns:p14="http://schemas.microsoft.com/office/powerpoint/2010/main" val="1609692627"/>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Zitat 1">
    <p:bg>
      <p:bgPr>
        <a:solidFill>
          <a:schemeClr val="bg1"/>
        </a:solidFill>
        <a:effectLst/>
      </p:bgPr>
    </p:bg>
    <p:spTree>
      <p:nvGrpSpPr>
        <p:cNvPr id="1" name=""/>
        <p:cNvGrpSpPr/>
        <p:nvPr/>
      </p:nvGrpSpPr>
      <p:grpSpPr>
        <a:xfrm>
          <a:off x="0" y="0"/>
          <a:ext cx="0" cy="0"/>
          <a:chOff x="0" y="0"/>
          <a:chExt cx="0" cy="0"/>
        </a:xfrm>
      </p:grpSpPr>
      <p:sp>
        <p:nvSpPr>
          <p:cNvPr id="3" name="Textplatzhalter 20">
            <a:extLst>
              <a:ext uri="{FF2B5EF4-FFF2-40B4-BE49-F238E27FC236}">
                <a16:creationId xmlns:a16="http://schemas.microsoft.com/office/drawing/2014/main" id="{7B22DC23-ADBD-BB2B-2943-EF99240326C1}"/>
              </a:ext>
            </a:extLst>
          </p:cNvPr>
          <p:cNvSpPr>
            <a:spLocks noGrp="1"/>
          </p:cNvSpPr>
          <p:nvPr>
            <p:ph type="body" sz="quarter" idx="11" hasCustomPrompt="1"/>
          </p:nvPr>
        </p:nvSpPr>
        <p:spPr>
          <a:xfrm>
            <a:off x="2067718" y="1662545"/>
            <a:ext cx="8056563" cy="2503335"/>
          </a:xfrm>
          <a:prstGeom prst="rect">
            <a:avLst/>
          </a:prstGeom>
        </p:spPr>
        <p:txBody>
          <a:bodyPr anchor="ctr"/>
          <a:lstStyle>
            <a:lvl1pPr marL="0" indent="0" algn="ctr">
              <a:buNone/>
              <a:defRPr sz="4400" b="0" i="1">
                <a:solidFill>
                  <a:schemeClr val="accent2"/>
                </a:solidFill>
                <a:latin typeface="Ubuntu Medium" panose="020B0504030602030204" pitchFamily="34" charset="0"/>
              </a:defRPr>
            </a:lvl1pPr>
            <a:lvl2pPr marL="457200" indent="0">
              <a:buNone/>
              <a:defRPr/>
            </a:lvl2pPr>
          </a:lstStyle>
          <a:p>
            <a:pPr lvl="0"/>
            <a:r>
              <a:rPr lang="de-DE" dirty="0"/>
              <a:t>Hier steht ein langes und wichtiges Zitat, welches sich über bis zu 3 Zeilen erstreckt.</a:t>
            </a:r>
          </a:p>
        </p:txBody>
      </p:sp>
      <p:sp>
        <p:nvSpPr>
          <p:cNvPr id="4" name="Textplatzhalter 2">
            <a:extLst>
              <a:ext uri="{FF2B5EF4-FFF2-40B4-BE49-F238E27FC236}">
                <a16:creationId xmlns:a16="http://schemas.microsoft.com/office/drawing/2014/main" id="{C6BC767E-1131-F52A-80CF-8899630AEFA4}"/>
              </a:ext>
            </a:extLst>
          </p:cNvPr>
          <p:cNvSpPr>
            <a:spLocks noGrp="1"/>
          </p:cNvSpPr>
          <p:nvPr>
            <p:ph type="body" sz="quarter" idx="24" hasCustomPrompt="1"/>
          </p:nvPr>
        </p:nvSpPr>
        <p:spPr>
          <a:xfrm>
            <a:off x="1883264" y="4309234"/>
            <a:ext cx="4212737" cy="453183"/>
          </a:xfrm>
          <a:prstGeom prst="rect">
            <a:avLst/>
          </a:prstGeom>
          <a:solidFill>
            <a:schemeClr val="bg1">
              <a:alpha val="0"/>
            </a:schemeClr>
          </a:solidFill>
        </p:spPr>
        <p:txBody>
          <a:bodyPr wrap="square" tIns="72000" bIns="72000" anchor="ctr" anchorCtr="0">
            <a:spAutoFit/>
          </a:bodyPr>
          <a:lstStyle>
            <a:lvl1pPr marL="0" indent="0" algn="r">
              <a:spcBef>
                <a:spcPts val="0"/>
              </a:spcBef>
              <a:buNone/>
              <a:defRPr sz="2000" b="0" i="0" spc="0" baseline="0">
                <a:solidFill>
                  <a:srgbClr val="333E48"/>
                </a:solidFill>
                <a:latin typeface="Ubuntu Medium" panose="020B0504030602030204" pitchFamily="34" charset="0"/>
              </a:defRPr>
            </a:lvl1pPr>
          </a:lstStyle>
          <a:p>
            <a:pPr lvl="0"/>
            <a:r>
              <a:rPr lang="de-DE" dirty="0"/>
              <a:t>Martina Spielmann</a:t>
            </a:r>
          </a:p>
        </p:txBody>
      </p:sp>
      <p:sp>
        <p:nvSpPr>
          <p:cNvPr id="7" name="Textplatzhalter 2">
            <a:extLst>
              <a:ext uri="{FF2B5EF4-FFF2-40B4-BE49-F238E27FC236}">
                <a16:creationId xmlns:a16="http://schemas.microsoft.com/office/drawing/2014/main" id="{781B5F11-4077-3848-2238-53524E7F3906}"/>
              </a:ext>
            </a:extLst>
          </p:cNvPr>
          <p:cNvSpPr>
            <a:spLocks noGrp="1"/>
          </p:cNvSpPr>
          <p:nvPr>
            <p:ph type="body" sz="quarter" idx="25" hasCustomPrompt="1"/>
          </p:nvPr>
        </p:nvSpPr>
        <p:spPr>
          <a:xfrm>
            <a:off x="6096000" y="4309234"/>
            <a:ext cx="4212736" cy="453183"/>
          </a:xfrm>
          <a:prstGeom prst="rect">
            <a:avLst/>
          </a:prstGeom>
          <a:solidFill>
            <a:schemeClr val="bg1">
              <a:alpha val="0"/>
            </a:schemeClr>
          </a:solidFill>
        </p:spPr>
        <p:txBody>
          <a:bodyPr wrap="square" tIns="72000" bIns="72000" anchor="ctr" anchorCtr="0">
            <a:spAutoFit/>
          </a:bodyPr>
          <a:lstStyle>
            <a:lvl1pPr marL="0" indent="0" algn="l">
              <a:spcBef>
                <a:spcPts val="0"/>
              </a:spcBef>
              <a:buNone/>
              <a:defRPr sz="2000" b="0" i="0" spc="0" baseline="0">
                <a:solidFill>
                  <a:srgbClr val="333E48"/>
                </a:solidFill>
                <a:latin typeface="Ubuntu Light" panose="020B0304030602030204" pitchFamily="34" charset="0"/>
              </a:defRPr>
            </a:lvl1pPr>
          </a:lstStyle>
          <a:p>
            <a:pPr lvl="0"/>
            <a:r>
              <a:rPr lang="de-DE" dirty="0"/>
              <a:t>Position </a:t>
            </a:r>
            <a:r>
              <a:rPr lang="de-DE" dirty="0" err="1"/>
              <a:t>d.velop</a:t>
            </a:r>
            <a:r>
              <a:rPr lang="de-DE" dirty="0"/>
              <a:t> AG</a:t>
            </a:r>
          </a:p>
        </p:txBody>
      </p:sp>
      <p:sp>
        <p:nvSpPr>
          <p:cNvPr id="8" name="Textfeld 7">
            <a:extLst>
              <a:ext uri="{FF2B5EF4-FFF2-40B4-BE49-F238E27FC236}">
                <a16:creationId xmlns:a16="http://schemas.microsoft.com/office/drawing/2014/main" id="{0F5A0C07-EA3B-3B62-79DF-EA059DDB1CC4}"/>
              </a:ext>
            </a:extLst>
          </p:cNvPr>
          <p:cNvSpPr txBox="1"/>
          <p:nvPr userDrawn="1"/>
        </p:nvSpPr>
        <p:spPr>
          <a:xfrm>
            <a:off x="1589518" y="-871440"/>
            <a:ext cx="1411009" cy="3785652"/>
          </a:xfrm>
          <a:prstGeom prst="rect">
            <a:avLst/>
          </a:prstGeom>
          <a:noFill/>
        </p:spPr>
        <p:txBody>
          <a:bodyPr wrap="square">
            <a:spAutoFit/>
          </a:bodyPr>
          <a:lstStyle/>
          <a:p>
            <a:r>
              <a:rPr lang="de-DE" sz="24000" b="0" i="1" dirty="0">
                <a:solidFill>
                  <a:srgbClr val="333E48"/>
                </a:solidFill>
                <a:latin typeface="Ubuntu" panose="020B0504030602030204" pitchFamily="34" charset="0"/>
              </a:rPr>
              <a:t>„</a:t>
            </a:r>
          </a:p>
        </p:txBody>
      </p:sp>
    </p:spTree>
    <p:extLst>
      <p:ext uri="{BB962C8B-B14F-4D97-AF65-F5344CB8AC3E}">
        <p14:creationId xmlns:p14="http://schemas.microsoft.com/office/powerpoint/2010/main" val="3241077910"/>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Zitat 1">
    <p:bg>
      <p:bgPr>
        <a:solidFill>
          <a:srgbClr val="333E48"/>
        </a:solidFill>
        <a:effectLst/>
      </p:bgPr>
    </p:bg>
    <p:spTree>
      <p:nvGrpSpPr>
        <p:cNvPr id="1" name=""/>
        <p:cNvGrpSpPr/>
        <p:nvPr/>
      </p:nvGrpSpPr>
      <p:grpSpPr>
        <a:xfrm>
          <a:off x="0" y="0"/>
          <a:ext cx="0" cy="0"/>
          <a:chOff x="0" y="0"/>
          <a:chExt cx="0" cy="0"/>
        </a:xfrm>
      </p:grpSpPr>
      <p:sp>
        <p:nvSpPr>
          <p:cNvPr id="3" name="Textplatzhalter 20">
            <a:extLst>
              <a:ext uri="{FF2B5EF4-FFF2-40B4-BE49-F238E27FC236}">
                <a16:creationId xmlns:a16="http://schemas.microsoft.com/office/drawing/2014/main" id="{7B22DC23-ADBD-BB2B-2943-EF99240326C1}"/>
              </a:ext>
            </a:extLst>
          </p:cNvPr>
          <p:cNvSpPr>
            <a:spLocks noGrp="1"/>
          </p:cNvSpPr>
          <p:nvPr>
            <p:ph type="body" sz="quarter" idx="11" hasCustomPrompt="1"/>
          </p:nvPr>
        </p:nvSpPr>
        <p:spPr>
          <a:xfrm>
            <a:off x="2067718" y="1662545"/>
            <a:ext cx="8056563" cy="2503335"/>
          </a:xfrm>
          <a:prstGeom prst="rect">
            <a:avLst/>
          </a:prstGeom>
        </p:spPr>
        <p:txBody>
          <a:bodyPr anchor="ctr"/>
          <a:lstStyle>
            <a:lvl1pPr marL="0" indent="0" algn="ctr">
              <a:buNone/>
              <a:defRPr sz="4400" b="0" i="1">
                <a:solidFill>
                  <a:schemeClr val="bg1"/>
                </a:solidFill>
                <a:latin typeface="Ubuntu Medium" panose="020B0504030602030204" pitchFamily="34" charset="0"/>
              </a:defRPr>
            </a:lvl1pPr>
            <a:lvl2pPr marL="457200" indent="0">
              <a:buNone/>
              <a:defRPr/>
            </a:lvl2pPr>
          </a:lstStyle>
          <a:p>
            <a:pPr lvl="0"/>
            <a:r>
              <a:rPr lang="de-DE" dirty="0"/>
              <a:t>Hier steht ein langes und wichtiges Zitat, welches sich über bis zu 3 Zeilen erstreckt.</a:t>
            </a:r>
          </a:p>
        </p:txBody>
      </p:sp>
      <p:sp>
        <p:nvSpPr>
          <p:cNvPr id="4" name="Textplatzhalter 2">
            <a:extLst>
              <a:ext uri="{FF2B5EF4-FFF2-40B4-BE49-F238E27FC236}">
                <a16:creationId xmlns:a16="http://schemas.microsoft.com/office/drawing/2014/main" id="{C6BC767E-1131-F52A-80CF-8899630AEFA4}"/>
              </a:ext>
            </a:extLst>
          </p:cNvPr>
          <p:cNvSpPr>
            <a:spLocks noGrp="1"/>
          </p:cNvSpPr>
          <p:nvPr>
            <p:ph type="body" sz="quarter" idx="24" hasCustomPrompt="1"/>
          </p:nvPr>
        </p:nvSpPr>
        <p:spPr>
          <a:xfrm>
            <a:off x="1883264" y="4309234"/>
            <a:ext cx="4212737" cy="453183"/>
          </a:xfrm>
          <a:prstGeom prst="rect">
            <a:avLst/>
          </a:prstGeom>
          <a:solidFill>
            <a:schemeClr val="bg1">
              <a:alpha val="0"/>
            </a:schemeClr>
          </a:solidFill>
        </p:spPr>
        <p:txBody>
          <a:bodyPr wrap="square" tIns="72000" bIns="72000" anchor="ctr" anchorCtr="0">
            <a:spAutoFit/>
          </a:bodyPr>
          <a:lstStyle>
            <a:lvl1pPr marL="0" indent="0" algn="r">
              <a:spcBef>
                <a:spcPts val="0"/>
              </a:spcBef>
              <a:buNone/>
              <a:defRPr sz="2000" b="0" i="0" spc="0" baseline="0">
                <a:solidFill>
                  <a:schemeClr val="accent3"/>
                </a:solidFill>
                <a:latin typeface="Ubuntu Medium" panose="020B0504030602030204" pitchFamily="34" charset="0"/>
              </a:defRPr>
            </a:lvl1pPr>
          </a:lstStyle>
          <a:p>
            <a:pPr lvl="0"/>
            <a:r>
              <a:rPr lang="de-DE" dirty="0"/>
              <a:t>Martina Spielmann</a:t>
            </a:r>
          </a:p>
        </p:txBody>
      </p:sp>
      <p:sp>
        <p:nvSpPr>
          <p:cNvPr id="7" name="Textplatzhalter 2">
            <a:extLst>
              <a:ext uri="{FF2B5EF4-FFF2-40B4-BE49-F238E27FC236}">
                <a16:creationId xmlns:a16="http://schemas.microsoft.com/office/drawing/2014/main" id="{781B5F11-4077-3848-2238-53524E7F3906}"/>
              </a:ext>
            </a:extLst>
          </p:cNvPr>
          <p:cNvSpPr>
            <a:spLocks noGrp="1"/>
          </p:cNvSpPr>
          <p:nvPr>
            <p:ph type="body" sz="quarter" idx="25" hasCustomPrompt="1"/>
          </p:nvPr>
        </p:nvSpPr>
        <p:spPr>
          <a:xfrm>
            <a:off x="6096000" y="4309234"/>
            <a:ext cx="4212736" cy="453183"/>
          </a:xfrm>
          <a:prstGeom prst="rect">
            <a:avLst/>
          </a:prstGeom>
          <a:solidFill>
            <a:schemeClr val="bg1">
              <a:alpha val="0"/>
            </a:schemeClr>
          </a:solidFill>
        </p:spPr>
        <p:txBody>
          <a:bodyPr wrap="square" tIns="72000" bIns="72000" anchor="ctr" anchorCtr="0">
            <a:spAutoFit/>
          </a:bodyPr>
          <a:lstStyle>
            <a:lvl1pPr marL="0" indent="0" algn="l">
              <a:spcBef>
                <a:spcPts val="0"/>
              </a:spcBef>
              <a:buNone/>
              <a:defRPr sz="2000" b="0" i="0" spc="0" baseline="0">
                <a:solidFill>
                  <a:schemeClr val="accent3"/>
                </a:solidFill>
                <a:latin typeface="Ubuntu Light" panose="020B0304030602030204" pitchFamily="34" charset="0"/>
              </a:defRPr>
            </a:lvl1pPr>
          </a:lstStyle>
          <a:p>
            <a:pPr lvl="0"/>
            <a:r>
              <a:rPr lang="de-DE" dirty="0"/>
              <a:t>Position </a:t>
            </a:r>
            <a:r>
              <a:rPr lang="de-DE" dirty="0" err="1"/>
              <a:t>d.velop</a:t>
            </a:r>
            <a:r>
              <a:rPr lang="de-DE" dirty="0"/>
              <a:t> AG</a:t>
            </a:r>
          </a:p>
        </p:txBody>
      </p:sp>
      <p:sp>
        <p:nvSpPr>
          <p:cNvPr id="8" name="Textfeld 7">
            <a:extLst>
              <a:ext uri="{FF2B5EF4-FFF2-40B4-BE49-F238E27FC236}">
                <a16:creationId xmlns:a16="http://schemas.microsoft.com/office/drawing/2014/main" id="{0F5A0C07-EA3B-3B62-79DF-EA059DDB1CC4}"/>
              </a:ext>
            </a:extLst>
          </p:cNvPr>
          <p:cNvSpPr txBox="1"/>
          <p:nvPr userDrawn="1"/>
        </p:nvSpPr>
        <p:spPr>
          <a:xfrm>
            <a:off x="1589518" y="-871440"/>
            <a:ext cx="1411009" cy="3785652"/>
          </a:xfrm>
          <a:prstGeom prst="rect">
            <a:avLst/>
          </a:prstGeom>
          <a:noFill/>
        </p:spPr>
        <p:txBody>
          <a:bodyPr wrap="square">
            <a:spAutoFit/>
          </a:bodyPr>
          <a:lstStyle/>
          <a:p>
            <a:r>
              <a:rPr lang="de-DE" sz="24000" b="0" i="1" dirty="0">
                <a:solidFill>
                  <a:schemeClr val="accent3"/>
                </a:solidFill>
                <a:latin typeface="Ubuntu" panose="020B0504030602030204" pitchFamily="34" charset="0"/>
              </a:rPr>
              <a:t>„</a:t>
            </a:r>
          </a:p>
        </p:txBody>
      </p:sp>
      <p:pic>
        <p:nvPicPr>
          <p:cNvPr id="2" name="Grafik 1">
            <a:extLst>
              <a:ext uri="{FF2B5EF4-FFF2-40B4-BE49-F238E27FC236}">
                <a16:creationId xmlns:a16="http://schemas.microsoft.com/office/drawing/2014/main" id="{E89B1157-ACF6-F62E-8898-E03389E38FA8}"/>
              </a:ext>
            </a:extLst>
          </p:cNvPr>
          <p:cNvPicPr>
            <a:picLocks noChangeAspect="1"/>
          </p:cNvPicPr>
          <p:nvPr userDrawn="1"/>
        </p:nvPicPr>
        <p:blipFill>
          <a:blip r:embed="rId2">
            <a:lum bright="100000"/>
          </a:blip>
          <a:stretch>
            <a:fillRect/>
          </a:stretch>
        </p:blipFill>
        <p:spPr>
          <a:xfrm>
            <a:off x="11023313" y="72981"/>
            <a:ext cx="981652" cy="525574"/>
          </a:xfrm>
          <a:prstGeom prst="rect">
            <a:avLst/>
          </a:prstGeom>
          <a:solidFill>
            <a:srgbClr val="333E48"/>
          </a:solidFill>
        </p:spPr>
      </p:pic>
    </p:spTree>
    <p:extLst>
      <p:ext uri="{BB962C8B-B14F-4D97-AF65-F5344CB8AC3E}">
        <p14:creationId xmlns:p14="http://schemas.microsoft.com/office/powerpoint/2010/main" val="2844078254"/>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ild + Text 1">
    <p:bg>
      <p:bgPr>
        <a:solidFill>
          <a:schemeClr val="bg1"/>
        </a:solidFill>
        <a:effectLst/>
      </p:bgPr>
    </p:bg>
    <p:spTree>
      <p:nvGrpSpPr>
        <p:cNvPr id="1" name=""/>
        <p:cNvGrpSpPr/>
        <p:nvPr/>
      </p:nvGrpSpPr>
      <p:grpSpPr>
        <a:xfrm>
          <a:off x="0" y="0"/>
          <a:ext cx="0" cy="0"/>
          <a:chOff x="0" y="0"/>
          <a:chExt cx="0" cy="0"/>
        </a:xfrm>
      </p:grpSpPr>
      <p:sp>
        <p:nvSpPr>
          <p:cNvPr id="2" name="Inhaltsplatzhalter 15">
            <a:extLst>
              <a:ext uri="{FF2B5EF4-FFF2-40B4-BE49-F238E27FC236}">
                <a16:creationId xmlns:a16="http://schemas.microsoft.com/office/drawing/2014/main" id="{48298F4C-62F2-48F3-BFF1-32F7FD7CE97E}"/>
              </a:ext>
            </a:extLst>
          </p:cNvPr>
          <p:cNvSpPr>
            <a:spLocks noGrp="1"/>
          </p:cNvSpPr>
          <p:nvPr>
            <p:ph sz="quarter" idx="10" hasCustomPrompt="1"/>
          </p:nvPr>
        </p:nvSpPr>
        <p:spPr>
          <a:xfrm>
            <a:off x="611147" y="1401761"/>
            <a:ext cx="6173999" cy="4873625"/>
          </a:xfrm>
          <a:prstGeom prst="rect">
            <a:avLst/>
          </a:prstGeom>
        </p:spPr>
        <p:txBody>
          <a:bodyPr/>
          <a:lstStyle>
            <a:lvl1pPr marL="0" indent="0">
              <a:lnSpc>
                <a:spcPct val="100000"/>
              </a:lnSpc>
              <a:buNone/>
              <a:defRPr sz="1600" b="0" i="0">
                <a:latin typeface="Ubuntu Light" panose="020B0304030602030204" pitchFamily="34" charset="0"/>
              </a:defRPr>
            </a:lvl1pPr>
          </a:lstStyle>
          <a:p>
            <a:r>
              <a:rPr lang="de-DE" dirty="0"/>
              <a:t>Inhalte einfügen</a:t>
            </a:r>
          </a:p>
        </p:txBody>
      </p:sp>
      <p:sp>
        <p:nvSpPr>
          <p:cNvPr id="5" name="Textplatzhalter 3">
            <a:extLst>
              <a:ext uri="{FF2B5EF4-FFF2-40B4-BE49-F238E27FC236}">
                <a16:creationId xmlns:a16="http://schemas.microsoft.com/office/drawing/2014/main" id="{72E74E25-7CFB-33EB-ABBA-52DF69D7DE20}"/>
              </a:ext>
            </a:extLst>
          </p:cNvPr>
          <p:cNvSpPr>
            <a:spLocks noGrp="1"/>
          </p:cNvSpPr>
          <p:nvPr>
            <p:ph type="body" sz="half" idx="11"/>
          </p:nvPr>
        </p:nvSpPr>
        <p:spPr>
          <a:xfrm>
            <a:off x="7410449" y="1401761"/>
            <a:ext cx="3960000" cy="4873624"/>
          </a:xfrm>
          <a:prstGeom prst="rect">
            <a:avLst/>
          </a:prstGeom>
        </p:spPr>
        <p:txBody>
          <a:bodyPr/>
          <a:lstStyle>
            <a:lvl1pPr marL="285750" indent="-285750">
              <a:lnSpc>
                <a:spcPct val="100000"/>
              </a:lnSpc>
              <a:buClr>
                <a:schemeClr val="tx1"/>
              </a:buClr>
              <a:buFont typeface="Arial" panose="020B0604020202020204" pitchFamily="34" charset="0"/>
              <a:buChar char="•"/>
              <a:defRPr sz="1600" b="1" i="0">
                <a:latin typeface="Titillium Web"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6" name="Titel 4">
            <a:extLst>
              <a:ext uri="{FF2B5EF4-FFF2-40B4-BE49-F238E27FC236}">
                <a16:creationId xmlns:a16="http://schemas.microsoft.com/office/drawing/2014/main" id="{4444C05C-4787-07D2-04C8-FC4BEE59F447}"/>
              </a:ext>
            </a:extLst>
          </p:cNvPr>
          <p:cNvSpPr>
            <a:spLocks noGrp="1"/>
          </p:cNvSpPr>
          <p:nvPr>
            <p:ph type="title"/>
          </p:nvPr>
        </p:nvSpPr>
        <p:spPr>
          <a:xfrm>
            <a:off x="611148" y="177922"/>
            <a:ext cx="10171112" cy="503115"/>
          </a:xfrm>
        </p:spPr>
        <p:txBody>
          <a:bodyPr/>
          <a:lstStyle>
            <a:lvl1pPr>
              <a:defRPr sz="2800">
                <a:solidFill>
                  <a:schemeClr val="accent4"/>
                </a:solidFill>
              </a:defRPr>
            </a:lvl1pPr>
          </a:lstStyle>
          <a:p>
            <a:r>
              <a:rPr lang="de-DE"/>
              <a:t>Mastertitelformat bearbeiten</a:t>
            </a:r>
          </a:p>
        </p:txBody>
      </p:sp>
      <p:sp>
        <p:nvSpPr>
          <p:cNvPr id="9" name="Textplatzhalter 8">
            <a:extLst>
              <a:ext uri="{FF2B5EF4-FFF2-40B4-BE49-F238E27FC236}">
                <a16:creationId xmlns:a16="http://schemas.microsoft.com/office/drawing/2014/main" id="{78132E39-1553-F3DF-57E6-6DD7ABFEA07D}"/>
              </a:ext>
            </a:extLst>
          </p:cNvPr>
          <p:cNvSpPr>
            <a:spLocks noGrp="1"/>
          </p:cNvSpPr>
          <p:nvPr>
            <p:ph type="body" sz="quarter" idx="13" hasCustomPrompt="1"/>
          </p:nvPr>
        </p:nvSpPr>
        <p:spPr>
          <a:xfrm>
            <a:off x="611189" y="838200"/>
            <a:ext cx="10171112" cy="406398"/>
          </a:xfrm>
        </p:spPr>
        <p:txBody>
          <a:bodyPr>
            <a:normAutofit/>
          </a:bodyPr>
          <a:lstStyle>
            <a:lvl1pPr marL="0" indent="0">
              <a:buNone/>
              <a:defRPr sz="1600" b="0" i="0">
                <a:latin typeface="Ubuntu" panose="020B0504030602030204" pitchFamily="34" charset="0"/>
              </a:defRPr>
            </a:lvl1pPr>
          </a:lstStyle>
          <a:p>
            <a:pPr lvl="0"/>
            <a:r>
              <a:rPr lang="de-DE"/>
              <a:t>Untertitel bearbeiten</a:t>
            </a:r>
          </a:p>
        </p:txBody>
      </p:sp>
    </p:spTree>
    <p:extLst>
      <p:ext uri="{BB962C8B-B14F-4D97-AF65-F5344CB8AC3E}">
        <p14:creationId xmlns:p14="http://schemas.microsoft.com/office/powerpoint/2010/main" val="2473533834"/>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Bild 1">
    <p:bg>
      <p:bgPr>
        <a:solidFill>
          <a:schemeClr val="bg1"/>
        </a:solidFill>
        <a:effectLst/>
      </p:bgPr>
    </p:bg>
    <p:spTree>
      <p:nvGrpSpPr>
        <p:cNvPr id="1" name=""/>
        <p:cNvGrpSpPr/>
        <p:nvPr/>
      </p:nvGrpSpPr>
      <p:grpSpPr>
        <a:xfrm>
          <a:off x="0" y="0"/>
          <a:ext cx="0" cy="0"/>
          <a:chOff x="0" y="0"/>
          <a:chExt cx="0" cy="0"/>
        </a:xfrm>
      </p:grpSpPr>
      <p:sp>
        <p:nvSpPr>
          <p:cNvPr id="6" name="Titel 4">
            <a:extLst>
              <a:ext uri="{FF2B5EF4-FFF2-40B4-BE49-F238E27FC236}">
                <a16:creationId xmlns:a16="http://schemas.microsoft.com/office/drawing/2014/main" id="{4444C05C-4787-07D2-04C8-FC4BEE59F447}"/>
              </a:ext>
            </a:extLst>
          </p:cNvPr>
          <p:cNvSpPr>
            <a:spLocks noGrp="1"/>
          </p:cNvSpPr>
          <p:nvPr>
            <p:ph type="title"/>
          </p:nvPr>
        </p:nvSpPr>
        <p:spPr>
          <a:xfrm>
            <a:off x="611148" y="177922"/>
            <a:ext cx="10171112" cy="503115"/>
          </a:xfrm>
        </p:spPr>
        <p:txBody>
          <a:bodyPr/>
          <a:lstStyle>
            <a:lvl1pPr>
              <a:defRPr sz="2800">
                <a:solidFill>
                  <a:schemeClr val="accent4"/>
                </a:solidFill>
              </a:defRPr>
            </a:lvl1pPr>
          </a:lstStyle>
          <a:p>
            <a:r>
              <a:rPr lang="de-DE"/>
              <a:t>Mastertitelformat bearbeiten</a:t>
            </a:r>
          </a:p>
        </p:txBody>
      </p:sp>
      <p:sp>
        <p:nvSpPr>
          <p:cNvPr id="9" name="Textplatzhalter 8">
            <a:extLst>
              <a:ext uri="{FF2B5EF4-FFF2-40B4-BE49-F238E27FC236}">
                <a16:creationId xmlns:a16="http://schemas.microsoft.com/office/drawing/2014/main" id="{78132E39-1553-F3DF-57E6-6DD7ABFEA07D}"/>
              </a:ext>
            </a:extLst>
          </p:cNvPr>
          <p:cNvSpPr>
            <a:spLocks noGrp="1"/>
          </p:cNvSpPr>
          <p:nvPr>
            <p:ph type="body" sz="quarter" idx="13" hasCustomPrompt="1"/>
          </p:nvPr>
        </p:nvSpPr>
        <p:spPr>
          <a:xfrm>
            <a:off x="611189" y="838200"/>
            <a:ext cx="10171112" cy="406398"/>
          </a:xfrm>
        </p:spPr>
        <p:txBody>
          <a:bodyPr>
            <a:normAutofit/>
          </a:bodyPr>
          <a:lstStyle>
            <a:lvl1pPr marL="0" indent="0">
              <a:buNone/>
              <a:defRPr sz="1600" b="0" i="0">
                <a:latin typeface="Ubuntu" panose="020B0504030602030204" pitchFamily="34" charset="0"/>
              </a:defRPr>
            </a:lvl1pPr>
          </a:lstStyle>
          <a:p>
            <a:pPr lvl="0"/>
            <a:r>
              <a:rPr lang="de-DE"/>
              <a:t>Untertitel bearbeiten</a:t>
            </a:r>
          </a:p>
        </p:txBody>
      </p:sp>
      <p:sp>
        <p:nvSpPr>
          <p:cNvPr id="3" name="Textplatzhalter 3">
            <a:extLst>
              <a:ext uri="{FF2B5EF4-FFF2-40B4-BE49-F238E27FC236}">
                <a16:creationId xmlns:a16="http://schemas.microsoft.com/office/drawing/2014/main" id="{1EAC7267-8F19-0DCA-92C1-BAD944DCA25D}"/>
              </a:ext>
            </a:extLst>
          </p:cNvPr>
          <p:cNvSpPr>
            <a:spLocks noGrp="1"/>
          </p:cNvSpPr>
          <p:nvPr>
            <p:ph type="body" sz="half" idx="24"/>
          </p:nvPr>
        </p:nvSpPr>
        <p:spPr>
          <a:xfrm>
            <a:off x="611148" y="1401760"/>
            <a:ext cx="3960000" cy="4873625"/>
          </a:xfrm>
          <a:prstGeom prst="rect">
            <a:avLst/>
          </a:prstGeom>
        </p:spPr>
        <p:txBody>
          <a:bodyPr/>
          <a:lstStyle>
            <a:lvl1pPr marL="285750" indent="-285750">
              <a:lnSpc>
                <a:spcPct val="100000"/>
              </a:lnSpc>
              <a:buClr>
                <a:schemeClr val="tx1"/>
              </a:buClr>
              <a:buFont typeface="Arial" panose="020B0604020202020204" pitchFamily="34" charset="0"/>
              <a:buChar char="•"/>
              <a:defRPr sz="1600" b="1" i="0">
                <a:latin typeface="Titillium Web"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4" name="Inhaltsplatzhalter 15">
            <a:extLst>
              <a:ext uri="{FF2B5EF4-FFF2-40B4-BE49-F238E27FC236}">
                <a16:creationId xmlns:a16="http://schemas.microsoft.com/office/drawing/2014/main" id="{AC424F5A-FDE8-A558-5E0C-41376AEE90B4}"/>
              </a:ext>
            </a:extLst>
          </p:cNvPr>
          <p:cNvSpPr>
            <a:spLocks noGrp="1"/>
          </p:cNvSpPr>
          <p:nvPr>
            <p:ph sz="quarter" idx="23" hasCustomPrompt="1"/>
          </p:nvPr>
        </p:nvSpPr>
        <p:spPr>
          <a:xfrm>
            <a:off x="5156158" y="1401761"/>
            <a:ext cx="6172201" cy="4873625"/>
          </a:xfrm>
          <a:prstGeom prst="rect">
            <a:avLst/>
          </a:prstGeom>
        </p:spPr>
        <p:txBody>
          <a:bodyPr/>
          <a:lstStyle>
            <a:lvl1pPr marL="0" indent="0">
              <a:lnSpc>
                <a:spcPct val="100000"/>
              </a:lnSpc>
              <a:buNone/>
              <a:defRPr sz="1600" b="0" i="0">
                <a:latin typeface="Titillium Web" pitchFamily="2" charset="77"/>
              </a:defRPr>
            </a:lvl1pPr>
          </a:lstStyle>
          <a:p>
            <a:r>
              <a:rPr lang="de-DE" dirty="0"/>
              <a:t>Inhalte einfügen</a:t>
            </a:r>
          </a:p>
        </p:txBody>
      </p:sp>
    </p:spTree>
    <p:extLst>
      <p:ext uri="{BB962C8B-B14F-4D97-AF65-F5344CB8AC3E}">
        <p14:creationId xmlns:p14="http://schemas.microsoft.com/office/powerpoint/2010/main" val="2151486051"/>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ld 1">
    <p:bg>
      <p:bgPr>
        <a:solidFill>
          <a:schemeClr val="bg1"/>
        </a:solidFill>
        <a:effectLst/>
      </p:bgPr>
    </p:bg>
    <p:spTree>
      <p:nvGrpSpPr>
        <p:cNvPr id="1" name=""/>
        <p:cNvGrpSpPr/>
        <p:nvPr/>
      </p:nvGrpSpPr>
      <p:grpSpPr>
        <a:xfrm>
          <a:off x="0" y="0"/>
          <a:ext cx="0" cy="0"/>
          <a:chOff x="0" y="0"/>
          <a:chExt cx="0" cy="0"/>
        </a:xfrm>
      </p:grpSpPr>
      <p:sp>
        <p:nvSpPr>
          <p:cNvPr id="6" name="Titel 4">
            <a:extLst>
              <a:ext uri="{FF2B5EF4-FFF2-40B4-BE49-F238E27FC236}">
                <a16:creationId xmlns:a16="http://schemas.microsoft.com/office/drawing/2014/main" id="{4444C05C-4787-07D2-04C8-FC4BEE59F447}"/>
              </a:ext>
            </a:extLst>
          </p:cNvPr>
          <p:cNvSpPr>
            <a:spLocks noGrp="1"/>
          </p:cNvSpPr>
          <p:nvPr>
            <p:ph type="title"/>
          </p:nvPr>
        </p:nvSpPr>
        <p:spPr>
          <a:xfrm>
            <a:off x="611148" y="177922"/>
            <a:ext cx="10171112" cy="503115"/>
          </a:xfrm>
        </p:spPr>
        <p:txBody>
          <a:bodyPr/>
          <a:lstStyle>
            <a:lvl1pPr>
              <a:defRPr sz="2800">
                <a:solidFill>
                  <a:schemeClr val="accent4"/>
                </a:solidFill>
              </a:defRPr>
            </a:lvl1pPr>
          </a:lstStyle>
          <a:p>
            <a:r>
              <a:rPr lang="de-DE"/>
              <a:t>Mastertitelformat bearbeiten</a:t>
            </a:r>
          </a:p>
        </p:txBody>
      </p:sp>
      <p:sp>
        <p:nvSpPr>
          <p:cNvPr id="9" name="Textplatzhalter 8">
            <a:extLst>
              <a:ext uri="{FF2B5EF4-FFF2-40B4-BE49-F238E27FC236}">
                <a16:creationId xmlns:a16="http://schemas.microsoft.com/office/drawing/2014/main" id="{78132E39-1553-F3DF-57E6-6DD7ABFEA07D}"/>
              </a:ext>
            </a:extLst>
          </p:cNvPr>
          <p:cNvSpPr>
            <a:spLocks noGrp="1"/>
          </p:cNvSpPr>
          <p:nvPr>
            <p:ph type="body" sz="quarter" idx="13" hasCustomPrompt="1"/>
          </p:nvPr>
        </p:nvSpPr>
        <p:spPr>
          <a:xfrm>
            <a:off x="611189" y="838200"/>
            <a:ext cx="10171112" cy="406398"/>
          </a:xfrm>
        </p:spPr>
        <p:txBody>
          <a:bodyPr>
            <a:normAutofit/>
          </a:bodyPr>
          <a:lstStyle>
            <a:lvl1pPr marL="0" indent="0">
              <a:buNone/>
              <a:defRPr sz="1600" b="0" i="0">
                <a:latin typeface="Ubuntu" panose="020B0504030602030204" pitchFamily="34" charset="0"/>
              </a:defRPr>
            </a:lvl1pPr>
          </a:lstStyle>
          <a:p>
            <a:pPr lvl="0"/>
            <a:r>
              <a:rPr lang="de-DE"/>
              <a:t>Untertitel bearbeiten</a:t>
            </a:r>
          </a:p>
        </p:txBody>
      </p:sp>
      <p:sp>
        <p:nvSpPr>
          <p:cNvPr id="2" name="Inhaltsplatzhalter 15">
            <a:extLst>
              <a:ext uri="{FF2B5EF4-FFF2-40B4-BE49-F238E27FC236}">
                <a16:creationId xmlns:a16="http://schemas.microsoft.com/office/drawing/2014/main" id="{D382A734-ECFF-9DA1-FFC3-4EF40C72BB47}"/>
              </a:ext>
            </a:extLst>
          </p:cNvPr>
          <p:cNvSpPr>
            <a:spLocks noGrp="1"/>
          </p:cNvSpPr>
          <p:nvPr>
            <p:ph sz="quarter" idx="23" hasCustomPrompt="1"/>
          </p:nvPr>
        </p:nvSpPr>
        <p:spPr>
          <a:xfrm>
            <a:off x="838200" y="1492249"/>
            <a:ext cx="10515599" cy="4873625"/>
          </a:xfrm>
          <a:prstGeom prst="rect">
            <a:avLst/>
          </a:prstGeom>
        </p:spPr>
        <p:txBody>
          <a:bodyPr/>
          <a:lstStyle>
            <a:lvl1pPr marL="0" indent="0">
              <a:lnSpc>
                <a:spcPct val="100000"/>
              </a:lnSpc>
              <a:buNone/>
              <a:defRPr sz="1600" b="0" i="0">
                <a:latin typeface="Titillium Web" pitchFamily="2" charset="77"/>
              </a:defRPr>
            </a:lvl1pPr>
          </a:lstStyle>
          <a:p>
            <a:r>
              <a:rPr lang="de-DE" dirty="0"/>
              <a:t>Inhalte einfügen</a:t>
            </a:r>
          </a:p>
        </p:txBody>
      </p:sp>
    </p:spTree>
    <p:extLst>
      <p:ext uri="{BB962C8B-B14F-4D97-AF65-F5344CB8AC3E}">
        <p14:creationId xmlns:p14="http://schemas.microsoft.com/office/powerpoint/2010/main" val="4010148099"/>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akten 1">
    <p:bg>
      <p:bgPr>
        <a:solidFill>
          <a:schemeClr val="bg1"/>
        </a:solidFill>
        <a:effectLst/>
      </p:bgPr>
    </p:bg>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BFF4F453-767E-B9D4-9385-98ECAFF25508}"/>
              </a:ext>
            </a:extLst>
          </p:cNvPr>
          <p:cNvSpPr>
            <a:spLocks noGrp="1"/>
          </p:cNvSpPr>
          <p:nvPr>
            <p:ph type="body" sz="quarter" idx="10" hasCustomPrompt="1"/>
          </p:nvPr>
        </p:nvSpPr>
        <p:spPr>
          <a:xfrm>
            <a:off x="701964" y="1246908"/>
            <a:ext cx="10778836" cy="637310"/>
          </a:xfrm>
          <a:prstGeom prst="rect">
            <a:avLst/>
          </a:prstGeom>
        </p:spPr>
        <p:txBody>
          <a:bodyPr anchor="ctr"/>
          <a:lstStyle>
            <a:lvl1pPr marL="0" indent="0" algn="ctr">
              <a:buNone/>
              <a:defRPr sz="4800" b="0" i="0">
                <a:solidFill>
                  <a:schemeClr val="accent2"/>
                </a:solidFill>
                <a:latin typeface="Ubuntu Medium" panose="020B0504030602030204" pitchFamily="34" charset="0"/>
              </a:defRPr>
            </a:lvl1pPr>
          </a:lstStyle>
          <a:p>
            <a:pPr lvl="0"/>
            <a:r>
              <a:rPr lang="de-DE" dirty="0"/>
              <a:t>Zahl 1</a:t>
            </a:r>
          </a:p>
        </p:txBody>
      </p:sp>
      <p:sp>
        <p:nvSpPr>
          <p:cNvPr id="4" name="Textplatzhalter 5">
            <a:extLst>
              <a:ext uri="{FF2B5EF4-FFF2-40B4-BE49-F238E27FC236}">
                <a16:creationId xmlns:a16="http://schemas.microsoft.com/office/drawing/2014/main" id="{1CAA9941-85D8-1D92-9B75-A8F7357AFA19}"/>
              </a:ext>
            </a:extLst>
          </p:cNvPr>
          <p:cNvSpPr>
            <a:spLocks noGrp="1"/>
          </p:cNvSpPr>
          <p:nvPr>
            <p:ph type="body" sz="quarter" idx="11" hasCustomPrompt="1"/>
          </p:nvPr>
        </p:nvSpPr>
        <p:spPr>
          <a:xfrm>
            <a:off x="701964" y="2035829"/>
            <a:ext cx="10778836"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1</a:t>
            </a:r>
          </a:p>
        </p:txBody>
      </p:sp>
      <p:sp>
        <p:nvSpPr>
          <p:cNvPr id="5" name="Textplatzhalter 5">
            <a:extLst>
              <a:ext uri="{FF2B5EF4-FFF2-40B4-BE49-F238E27FC236}">
                <a16:creationId xmlns:a16="http://schemas.microsoft.com/office/drawing/2014/main" id="{E8353176-DD8C-2555-F221-CDC8950A72EA}"/>
              </a:ext>
            </a:extLst>
          </p:cNvPr>
          <p:cNvSpPr>
            <a:spLocks noGrp="1"/>
          </p:cNvSpPr>
          <p:nvPr>
            <p:ph type="body" sz="quarter" idx="16" hasCustomPrompt="1"/>
          </p:nvPr>
        </p:nvSpPr>
        <p:spPr>
          <a:xfrm>
            <a:off x="701964" y="4322617"/>
            <a:ext cx="5098472" cy="637310"/>
          </a:xfrm>
          <a:prstGeom prst="rect">
            <a:avLst/>
          </a:prstGeom>
        </p:spPr>
        <p:txBody>
          <a:bodyPr anchor="ctr"/>
          <a:lstStyle>
            <a:lvl1pPr marL="0" indent="0" algn="ctr">
              <a:buNone/>
              <a:defRPr sz="4800" b="0" i="0">
                <a:solidFill>
                  <a:schemeClr val="accent1"/>
                </a:solidFill>
                <a:latin typeface="Ubuntu Medium" panose="020B0504030602030204" pitchFamily="34" charset="0"/>
              </a:defRPr>
            </a:lvl1pPr>
          </a:lstStyle>
          <a:p>
            <a:pPr lvl="0"/>
            <a:r>
              <a:rPr lang="de-DE" dirty="0"/>
              <a:t>Zahl 2</a:t>
            </a:r>
          </a:p>
        </p:txBody>
      </p:sp>
      <p:sp>
        <p:nvSpPr>
          <p:cNvPr id="7" name="Textplatzhalter 5">
            <a:extLst>
              <a:ext uri="{FF2B5EF4-FFF2-40B4-BE49-F238E27FC236}">
                <a16:creationId xmlns:a16="http://schemas.microsoft.com/office/drawing/2014/main" id="{332B4C88-ED5B-4125-B7ED-B4D62B58E561}"/>
              </a:ext>
            </a:extLst>
          </p:cNvPr>
          <p:cNvSpPr>
            <a:spLocks noGrp="1"/>
          </p:cNvSpPr>
          <p:nvPr>
            <p:ph type="body" sz="quarter" idx="17" hasCustomPrompt="1"/>
          </p:nvPr>
        </p:nvSpPr>
        <p:spPr>
          <a:xfrm>
            <a:off x="701964" y="5111538"/>
            <a:ext cx="5098472"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2</a:t>
            </a:r>
          </a:p>
        </p:txBody>
      </p:sp>
      <p:sp>
        <p:nvSpPr>
          <p:cNvPr id="8" name="Textplatzhalter 5">
            <a:extLst>
              <a:ext uri="{FF2B5EF4-FFF2-40B4-BE49-F238E27FC236}">
                <a16:creationId xmlns:a16="http://schemas.microsoft.com/office/drawing/2014/main" id="{201324CD-5D91-7BBE-AAD7-995DBAAA5036}"/>
              </a:ext>
            </a:extLst>
          </p:cNvPr>
          <p:cNvSpPr>
            <a:spLocks noGrp="1"/>
          </p:cNvSpPr>
          <p:nvPr>
            <p:ph type="body" sz="quarter" idx="18" hasCustomPrompt="1"/>
          </p:nvPr>
        </p:nvSpPr>
        <p:spPr>
          <a:xfrm>
            <a:off x="6391566" y="4322617"/>
            <a:ext cx="5089234" cy="637310"/>
          </a:xfrm>
          <a:prstGeom prst="rect">
            <a:avLst/>
          </a:prstGeom>
        </p:spPr>
        <p:txBody>
          <a:bodyPr anchor="ctr"/>
          <a:lstStyle>
            <a:lvl1pPr marL="0" indent="0" algn="ctr">
              <a:buNone/>
              <a:defRPr sz="4800" b="0" i="0">
                <a:solidFill>
                  <a:srgbClr val="333E48"/>
                </a:solidFill>
                <a:latin typeface="Ubuntu Medium" panose="020B0504030602030204" pitchFamily="34" charset="0"/>
              </a:defRPr>
            </a:lvl1pPr>
          </a:lstStyle>
          <a:p>
            <a:pPr lvl="0"/>
            <a:r>
              <a:rPr lang="de-DE" dirty="0"/>
              <a:t>Zahl 3</a:t>
            </a:r>
          </a:p>
        </p:txBody>
      </p:sp>
      <p:sp>
        <p:nvSpPr>
          <p:cNvPr id="10" name="Textplatzhalter 5">
            <a:extLst>
              <a:ext uri="{FF2B5EF4-FFF2-40B4-BE49-F238E27FC236}">
                <a16:creationId xmlns:a16="http://schemas.microsoft.com/office/drawing/2014/main" id="{046EBF83-9548-ABF6-E3CB-41D870CD79E3}"/>
              </a:ext>
            </a:extLst>
          </p:cNvPr>
          <p:cNvSpPr>
            <a:spLocks noGrp="1"/>
          </p:cNvSpPr>
          <p:nvPr>
            <p:ph type="body" sz="quarter" idx="19" hasCustomPrompt="1"/>
          </p:nvPr>
        </p:nvSpPr>
        <p:spPr>
          <a:xfrm>
            <a:off x="6391566" y="5111538"/>
            <a:ext cx="5089234"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3</a:t>
            </a:r>
          </a:p>
        </p:txBody>
      </p:sp>
      <p:cxnSp>
        <p:nvCxnSpPr>
          <p:cNvPr id="11" name="Gerade Verbindung 10">
            <a:extLst>
              <a:ext uri="{FF2B5EF4-FFF2-40B4-BE49-F238E27FC236}">
                <a16:creationId xmlns:a16="http://schemas.microsoft.com/office/drawing/2014/main" id="{60A4E380-B7B7-BECF-0118-F36A64C5107C}"/>
              </a:ext>
            </a:extLst>
          </p:cNvPr>
          <p:cNvCxnSpPr>
            <a:cxnSpLocks/>
          </p:cNvCxnSpPr>
          <p:nvPr userDrawn="1"/>
        </p:nvCxnSpPr>
        <p:spPr>
          <a:xfrm>
            <a:off x="6096000" y="4303615"/>
            <a:ext cx="0" cy="1951076"/>
          </a:xfrm>
          <a:prstGeom prst="line">
            <a:avLst/>
          </a:prstGeom>
          <a:ln w="12700">
            <a:solidFill>
              <a:srgbClr val="333E48"/>
            </a:solidFill>
          </a:ln>
        </p:spPr>
        <p:style>
          <a:lnRef idx="1">
            <a:schemeClr val="accent1"/>
          </a:lnRef>
          <a:fillRef idx="0">
            <a:schemeClr val="accent1"/>
          </a:fillRef>
          <a:effectRef idx="0">
            <a:schemeClr val="accent1"/>
          </a:effectRef>
          <a:fontRef idx="minor">
            <a:schemeClr val="tx1"/>
          </a:fontRef>
        </p:style>
      </p:cxnSp>
      <p:cxnSp>
        <p:nvCxnSpPr>
          <p:cNvPr id="12" name="Gerade Verbindung 11">
            <a:extLst>
              <a:ext uri="{FF2B5EF4-FFF2-40B4-BE49-F238E27FC236}">
                <a16:creationId xmlns:a16="http://schemas.microsoft.com/office/drawing/2014/main" id="{602E4105-77DB-068E-7472-89DC9845E760}"/>
              </a:ext>
            </a:extLst>
          </p:cNvPr>
          <p:cNvCxnSpPr>
            <a:cxnSpLocks/>
          </p:cNvCxnSpPr>
          <p:nvPr userDrawn="1"/>
        </p:nvCxnSpPr>
        <p:spPr>
          <a:xfrm flipH="1">
            <a:off x="1064708" y="3536667"/>
            <a:ext cx="10222485" cy="0"/>
          </a:xfrm>
          <a:prstGeom prst="line">
            <a:avLst/>
          </a:prstGeom>
          <a:ln w="12700">
            <a:solidFill>
              <a:srgbClr val="333E4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2509886"/>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akten 2">
    <p:bg>
      <p:bgPr>
        <a:solidFill>
          <a:schemeClr val="bg1"/>
        </a:solidFill>
        <a:effectLst/>
      </p:bgPr>
    </p:bg>
    <p:spTree>
      <p:nvGrpSpPr>
        <p:cNvPr id="1" name=""/>
        <p:cNvGrpSpPr/>
        <p:nvPr/>
      </p:nvGrpSpPr>
      <p:grpSpPr>
        <a:xfrm>
          <a:off x="0" y="0"/>
          <a:ext cx="0" cy="0"/>
          <a:chOff x="0" y="0"/>
          <a:chExt cx="0" cy="0"/>
        </a:xfrm>
      </p:grpSpPr>
      <p:sp>
        <p:nvSpPr>
          <p:cNvPr id="2" name="Textplatzhalter 5">
            <a:extLst>
              <a:ext uri="{FF2B5EF4-FFF2-40B4-BE49-F238E27FC236}">
                <a16:creationId xmlns:a16="http://schemas.microsoft.com/office/drawing/2014/main" id="{C6488A0B-E8CB-FBFF-2B62-C3BD8410480F}"/>
              </a:ext>
            </a:extLst>
          </p:cNvPr>
          <p:cNvSpPr>
            <a:spLocks noGrp="1"/>
          </p:cNvSpPr>
          <p:nvPr>
            <p:ph type="body" sz="quarter" idx="10" hasCustomPrompt="1"/>
          </p:nvPr>
        </p:nvSpPr>
        <p:spPr>
          <a:xfrm>
            <a:off x="701964" y="1246908"/>
            <a:ext cx="5098472" cy="637310"/>
          </a:xfrm>
          <a:prstGeom prst="rect">
            <a:avLst/>
          </a:prstGeom>
        </p:spPr>
        <p:txBody>
          <a:bodyPr anchor="ctr"/>
          <a:lstStyle>
            <a:lvl1pPr marL="0" indent="0" algn="ctr">
              <a:buNone/>
              <a:defRPr sz="4800" b="0" i="0">
                <a:solidFill>
                  <a:schemeClr val="accent2"/>
                </a:solidFill>
                <a:latin typeface="Ubuntu Medium" panose="020B0504030602030204" pitchFamily="34" charset="0"/>
              </a:defRPr>
            </a:lvl1pPr>
          </a:lstStyle>
          <a:p>
            <a:pPr lvl="0"/>
            <a:r>
              <a:rPr lang="de-DE" dirty="0"/>
              <a:t>Zahl 1</a:t>
            </a:r>
          </a:p>
        </p:txBody>
      </p:sp>
      <p:sp>
        <p:nvSpPr>
          <p:cNvPr id="6" name="Textplatzhalter 5">
            <a:extLst>
              <a:ext uri="{FF2B5EF4-FFF2-40B4-BE49-F238E27FC236}">
                <a16:creationId xmlns:a16="http://schemas.microsoft.com/office/drawing/2014/main" id="{C3DAB478-C250-0167-341A-19E264DFB22A}"/>
              </a:ext>
            </a:extLst>
          </p:cNvPr>
          <p:cNvSpPr>
            <a:spLocks noGrp="1"/>
          </p:cNvSpPr>
          <p:nvPr>
            <p:ph type="body" sz="quarter" idx="11" hasCustomPrompt="1"/>
          </p:nvPr>
        </p:nvSpPr>
        <p:spPr>
          <a:xfrm>
            <a:off x="701964" y="2035829"/>
            <a:ext cx="5098472"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1</a:t>
            </a:r>
          </a:p>
        </p:txBody>
      </p:sp>
      <p:sp>
        <p:nvSpPr>
          <p:cNvPr id="9" name="Textplatzhalter 5">
            <a:extLst>
              <a:ext uri="{FF2B5EF4-FFF2-40B4-BE49-F238E27FC236}">
                <a16:creationId xmlns:a16="http://schemas.microsoft.com/office/drawing/2014/main" id="{B1201446-A7BD-E20B-EE98-A01D26AF0EA0}"/>
              </a:ext>
            </a:extLst>
          </p:cNvPr>
          <p:cNvSpPr>
            <a:spLocks noGrp="1"/>
          </p:cNvSpPr>
          <p:nvPr>
            <p:ph type="body" sz="quarter" idx="12" hasCustomPrompt="1"/>
          </p:nvPr>
        </p:nvSpPr>
        <p:spPr>
          <a:xfrm>
            <a:off x="6391566" y="1246908"/>
            <a:ext cx="5089234" cy="637310"/>
          </a:xfrm>
          <a:prstGeom prst="rect">
            <a:avLst/>
          </a:prstGeom>
        </p:spPr>
        <p:txBody>
          <a:bodyPr anchor="ctr"/>
          <a:lstStyle>
            <a:lvl1pPr marL="0" indent="0" algn="ctr">
              <a:buNone/>
              <a:defRPr sz="4800" b="0" i="0">
                <a:solidFill>
                  <a:schemeClr val="accent1"/>
                </a:solidFill>
                <a:latin typeface="Ubuntu Medium" panose="020B0504030602030204" pitchFamily="34" charset="0"/>
              </a:defRPr>
            </a:lvl1pPr>
          </a:lstStyle>
          <a:p>
            <a:pPr lvl="0"/>
            <a:r>
              <a:rPr lang="de-DE" dirty="0"/>
              <a:t>Zahl 2</a:t>
            </a:r>
          </a:p>
        </p:txBody>
      </p:sp>
      <p:sp>
        <p:nvSpPr>
          <p:cNvPr id="13" name="Textplatzhalter 5">
            <a:extLst>
              <a:ext uri="{FF2B5EF4-FFF2-40B4-BE49-F238E27FC236}">
                <a16:creationId xmlns:a16="http://schemas.microsoft.com/office/drawing/2014/main" id="{325C4972-BACB-A4CC-8507-70F04E60276A}"/>
              </a:ext>
            </a:extLst>
          </p:cNvPr>
          <p:cNvSpPr>
            <a:spLocks noGrp="1"/>
          </p:cNvSpPr>
          <p:nvPr>
            <p:ph type="body" sz="quarter" idx="13" hasCustomPrompt="1"/>
          </p:nvPr>
        </p:nvSpPr>
        <p:spPr>
          <a:xfrm>
            <a:off x="6391566" y="2035829"/>
            <a:ext cx="5089234"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2</a:t>
            </a:r>
          </a:p>
        </p:txBody>
      </p:sp>
      <p:sp>
        <p:nvSpPr>
          <p:cNvPr id="14" name="Textplatzhalter 5">
            <a:extLst>
              <a:ext uri="{FF2B5EF4-FFF2-40B4-BE49-F238E27FC236}">
                <a16:creationId xmlns:a16="http://schemas.microsoft.com/office/drawing/2014/main" id="{8E8EBE70-857D-9C23-50B3-3BAF4F54EC56}"/>
              </a:ext>
            </a:extLst>
          </p:cNvPr>
          <p:cNvSpPr>
            <a:spLocks noGrp="1"/>
          </p:cNvSpPr>
          <p:nvPr>
            <p:ph type="body" sz="quarter" idx="16" hasCustomPrompt="1"/>
          </p:nvPr>
        </p:nvSpPr>
        <p:spPr>
          <a:xfrm>
            <a:off x="701964" y="4322617"/>
            <a:ext cx="5098472" cy="637310"/>
          </a:xfrm>
          <a:prstGeom prst="rect">
            <a:avLst/>
          </a:prstGeom>
        </p:spPr>
        <p:txBody>
          <a:bodyPr anchor="ctr"/>
          <a:lstStyle>
            <a:lvl1pPr marL="0" indent="0" algn="ctr">
              <a:buNone/>
              <a:defRPr sz="4800" b="0" i="0">
                <a:solidFill>
                  <a:srgbClr val="333E48"/>
                </a:solidFill>
                <a:latin typeface="Ubuntu Medium" panose="020B0504030602030204" pitchFamily="34" charset="0"/>
              </a:defRPr>
            </a:lvl1pPr>
          </a:lstStyle>
          <a:p>
            <a:pPr lvl="0"/>
            <a:r>
              <a:rPr lang="de-DE" dirty="0"/>
              <a:t>Zahl 3</a:t>
            </a:r>
          </a:p>
        </p:txBody>
      </p:sp>
      <p:sp>
        <p:nvSpPr>
          <p:cNvPr id="15" name="Textplatzhalter 5">
            <a:extLst>
              <a:ext uri="{FF2B5EF4-FFF2-40B4-BE49-F238E27FC236}">
                <a16:creationId xmlns:a16="http://schemas.microsoft.com/office/drawing/2014/main" id="{78FE2678-FF51-5F28-5BC9-186712110E38}"/>
              </a:ext>
            </a:extLst>
          </p:cNvPr>
          <p:cNvSpPr>
            <a:spLocks noGrp="1"/>
          </p:cNvSpPr>
          <p:nvPr>
            <p:ph type="body" sz="quarter" idx="17" hasCustomPrompt="1"/>
          </p:nvPr>
        </p:nvSpPr>
        <p:spPr>
          <a:xfrm>
            <a:off x="701964" y="5111538"/>
            <a:ext cx="5098472"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3</a:t>
            </a:r>
          </a:p>
        </p:txBody>
      </p:sp>
      <p:sp>
        <p:nvSpPr>
          <p:cNvPr id="16" name="Textplatzhalter 5">
            <a:extLst>
              <a:ext uri="{FF2B5EF4-FFF2-40B4-BE49-F238E27FC236}">
                <a16:creationId xmlns:a16="http://schemas.microsoft.com/office/drawing/2014/main" id="{C974315F-DCB4-16D0-AAB3-0381186ED6B4}"/>
              </a:ext>
            </a:extLst>
          </p:cNvPr>
          <p:cNvSpPr>
            <a:spLocks noGrp="1"/>
          </p:cNvSpPr>
          <p:nvPr>
            <p:ph type="body" sz="quarter" idx="18" hasCustomPrompt="1"/>
          </p:nvPr>
        </p:nvSpPr>
        <p:spPr>
          <a:xfrm>
            <a:off x="6391566" y="4322617"/>
            <a:ext cx="5089234" cy="637310"/>
          </a:xfrm>
          <a:prstGeom prst="rect">
            <a:avLst/>
          </a:prstGeom>
        </p:spPr>
        <p:txBody>
          <a:bodyPr anchor="ctr"/>
          <a:lstStyle>
            <a:lvl1pPr marL="0" indent="0" algn="ctr">
              <a:buNone/>
              <a:defRPr sz="4800" b="0" i="0">
                <a:solidFill>
                  <a:schemeClr val="accent3">
                    <a:lumMod val="75000"/>
                  </a:schemeClr>
                </a:solidFill>
                <a:latin typeface="Ubuntu Medium" panose="020B0504030602030204" pitchFamily="34" charset="0"/>
              </a:defRPr>
            </a:lvl1pPr>
          </a:lstStyle>
          <a:p>
            <a:pPr lvl="0"/>
            <a:r>
              <a:rPr lang="de-DE" dirty="0"/>
              <a:t>Zahl 4</a:t>
            </a:r>
          </a:p>
        </p:txBody>
      </p:sp>
      <p:sp>
        <p:nvSpPr>
          <p:cNvPr id="17" name="Textplatzhalter 5">
            <a:extLst>
              <a:ext uri="{FF2B5EF4-FFF2-40B4-BE49-F238E27FC236}">
                <a16:creationId xmlns:a16="http://schemas.microsoft.com/office/drawing/2014/main" id="{64FEEC3F-FB94-EC81-4338-ECC7746686F7}"/>
              </a:ext>
            </a:extLst>
          </p:cNvPr>
          <p:cNvSpPr>
            <a:spLocks noGrp="1"/>
          </p:cNvSpPr>
          <p:nvPr>
            <p:ph type="body" sz="quarter" idx="19" hasCustomPrompt="1"/>
          </p:nvPr>
        </p:nvSpPr>
        <p:spPr>
          <a:xfrm>
            <a:off x="6391566" y="5111538"/>
            <a:ext cx="5089234"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4</a:t>
            </a:r>
          </a:p>
        </p:txBody>
      </p:sp>
      <p:cxnSp>
        <p:nvCxnSpPr>
          <p:cNvPr id="18" name="Gerade Verbindung 17">
            <a:extLst>
              <a:ext uri="{FF2B5EF4-FFF2-40B4-BE49-F238E27FC236}">
                <a16:creationId xmlns:a16="http://schemas.microsoft.com/office/drawing/2014/main" id="{4E940D72-6402-C433-82F6-6B34025A7EC1}"/>
              </a:ext>
            </a:extLst>
          </p:cNvPr>
          <p:cNvCxnSpPr>
            <a:cxnSpLocks/>
          </p:cNvCxnSpPr>
          <p:nvPr userDrawn="1"/>
        </p:nvCxnSpPr>
        <p:spPr>
          <a:xfrm>
            <a:off x="6096000" y="4306433"/>
            <a:ext cx="0" cy="1951076"/>
          </a:xfrm>
          <a:prstGeom prst="line">
            <a:avLst/>
          </a:prstGeom>
          <a:ln w="12700">
            <a:solidFill>
              <a:srgbClr val="333E48"/>
            </a:solidFill>
          </a:ln>
        </p:spPr>
        <p:style>
          <a:lnRef idx="1">
            <a:schemeClr val="accent1"/>
          </a:lnRef>
          <a:fillRef idx="0">
            <a:schemeClr val="accent1"/>
          </a:fillRef>
          <a:effectRef idx="0">
            <a:schemeClr val="accent1"/>
          </a:effectRef>
          <a:fontRef idx="minor">
            <a:schemeClr val="tx1"/>
          </a:fontRef>
        </p:style>
      </p:cxnSp>
      <p:cxnSp>
        <p:nvCxnSpPr>
          <p:cNvPr id="19" name="Gerade Verbindung 18">
            <a:extLst>
              <a:ext uri="{FF2B5EF4-FFF2-40B4-BE49-F238E27FC236}">
                <a16:creationId xmlns:a16="http://schemas.microsoft.com/office/drawing/2014/main" id="{B99DC7D7-8B6E-F319-CDC7-D90A9E978AD9}"/>
              </a:ext>
            </a:extLst>
          </p:cNvPr>
          <p:cNvCxnSpPr>
            <a:cxnSpLocks/>
          </p:cNvCxnSpPr>
          <p:nvPr userDrawn="1"/>
        </p:nvCxnSpPr>
        <p:spPr>
          <a:xfrm>
            <a:off x="6096000" y="604206"/>
            <a:ext cx="0" cy="1951076"/>
          </a:xfrm>
          <a:prstGeom prst="line">
            <a:avLst/>
          </a:prstGeom>
          <a:ln w="12700">
            <a:solidFill>
              <a:srgbClr val="333E48"/>
            </a:solidFill>
          </a:ln>
        </p:spPr>
        <p:style>
          <a:lnRef idx="1">
            <a:schemeClr val="accent1"/>
          </a:lnRef>
          <a:fillRef idx="0">
            <a:schemeClr val="accent1"/>
          </a:fillRef>
          <a:effectRef idx="0">
            <a:schemeClr val="accent1"/>
          </a:effectRef>
          <a:fontRef idx="minor">
            <a:schemeClr val="tx1"/>
          </a:fontRef>
        </p:style>
      </p:cxnSp>
      <p:cxnSp>
        <p:nvCxnSpPr>
          <p:cNvPr id="20" name="Gerade Verbindung 19">
            <a:extLst>
              <a:ext uri="{FF2B5EF4-FFF2-40B4-BE49-F238E27FC236}">
                <a16:creationId xmlns:a16="http://schemas.microsoft.com/office/drawing/2014/main" id="{2EF2B759-D956-C9CB-02CC-4FE2C9E32F7D}"/>
              </a:ext>
            </a:extLst>
          </p:cNvPr>
          <p:cNvCxnSpPr>
            <a:cxnSpLocks/>
          </p:cNvCxnSpPr>
          <p:nvPr userDrawn="1"/>
        </p:nvCxnSpPr>
        <p:spPr>
          <a:xfrm flipH="1">
            <a:off x="1064708" y="3536667"/>
            <a:ext cx="10222485" cy="0"/>
          </a:xfrm>
          <a:prstGeom prst="line">
            <a:avLst/>
          </a:prstGeom>
          <a:ln w="12700">
            <a:solidFill>
              <a:srgbClr val="333E4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9933627"/>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akten 3">
    <p:bg>
      <p:bgPr>
        <a:solidFill>
          <a:schemeClr val="bg1"/>
        </a:solidFill>
        <a:effectLst/>
      </p:bgPr>
    </p:bg>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2CB89C10-763B-4C8E-E94B-834FA3AE1469}"/>
              </a:ext>
            </a:extLst>
          </p:cNvPr>
          <p:cNvSpPr>
            <a:spLocks noGrp="1"/>
          </p:cNvSpPr>
          <p:nvPr>
            <p:ph type="body" sz="quarter" idx="10" hasCustomPrompt="1"/>
          </p:nvPr>
        </p:nvSpPr>
        <p:spPr>
          <a:xfrm>
            <a:off x="701964" y="1246908"/>
            <a:ext cx="3168072" cy="637310"/>
          </a:xfrm>
          <a:prstGeom prst="rect">
            <a:avLst/>
          </a:prstGeom>
        </p:spPr>
        <p:txBody>
          <a:bodyPr anchor="ctr"/>
          <a:lstStyle>
            <a:lvl1pPr marL="0" indent="0" algn="ctr">
              <a:buNone/>
              <a:defRPr sz="4800" b="0" i="0">
                <a:solidFill>
                  <a:schemeClr val="accent2"/>
                </a:solidFill>
                <a:latin typeface="Ubuntu Medium" panose="020B0504030602030204" pitchFamily="34" charset="0"/>
              </a:defRPr>
            </a:lvl1pPr>
          </a:lstStyle>
          <a:p>
            <a:pPr lvl="0"/>
            <a:r>
              <a:rPr lang="de-DE" dirty="0"/>
              <a:t>Zahl 1</a:t>
            </a:r>
          </a:p>
        </p:txBody>
      </p:sp>
      <p:sp>
        <p:nvSpPr>
          <p:cNvPr id="4" name="Textplatzhalter 5">
            <a:extLst>
              <a:ext uri="{FF2B5EF4-FFF2-40B4-BE49-F238E27FC236}">
                <a16:creationId xmlns:a16="http://schemas.microsoft.com/office/drawing/2014/main" id="{1468FD68-645E-0679-1767-2F9665B13A0C}"/>
              </a:ext>
            </a:extLst>
          </p:cNvPr>
          <p:cNvSpPr>
            <a:spLocks noGrp="1"/>
          </p:cNvSpPr>
          <p:nvPr>
            <p:ph type="body" sz="quarter" idx="11" hasCustomPrompt="1"/>
          </p:nvPr>
        </p:nvSpPr>
        <p:spPr>
          <a:xfrm>
            <a:off x="701964" y="2035829"/>
            <a:ext cx="3168072"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1</a:t>
            </a:r>
          </a:p>
        </p:txBody>
      </p:sp>
      <p:sp>
        <p:nvSpPr>
          <p:cNvPr id="5" name="Textplatzhalter 5">
            <a:extLst>
              <a:ext uri="{FF2B5EF4-FFF2-40B4-BE49-F238E27FC236}">
                <a16:creationId xmlns:a16="http://schemas.microsoft.com/office/drawing/2014/main" id="{38A44B0D-17CD-7315-A3D1-A74F93FB28F8}"/>
              </a:ext>
            </a:extLst>
          </p:cNvPr>
          <p:cNvSpPr>
            <a:spLocks noGrp="1"/>
          </p:cNvSpPr>
          <p:nvPr>
            <p:ph type="body" sz="quarter" idx="12" hasCustomPrompt="1"/>
          </p:nvPr>
        </p:nvSpPr>
        <p:spPr>
          <a:xfrm>
            <a:off x="8312728" y="1246908"/>
            <a:ext cx="3168072" cy="637310"/>
          </a:xfrm>
          <a:prstGeom prst="rect">
            <a:avLst/>
          </a:prstGeom>
        </p:spPr>
        <p:txBody>
          <a:bodyPr anchor="ctr"/>
          <a:lstStyle>
            <a:lvl1pPr marL="0" indent="0" algn="ctr">
              <a:buNone/>
              <a:defRPr sz="4800" b="0" i="0">
                <a:solidFill>
                  <a:srgbClr val="333E48"/>
                </a:solidFill>
                <a:latin typeface="Ubuntu Medium" panose="020B0504030602030204" pitchFamily="34" charset="0"/>
              </a:defRPr>
            </a:lvl1pPr>
          </a:lstStyle>
          <a:p>
            <a:pPr lvl="0"/>
            <a:r>
              <a:rPr lang="de-DE" dirty="0"/>
              <a:t>Zahl 3</a:t>
            </a:r>
          </a:p>
        </p:txBody>
      </p:sp>
      <p:sp>
        <p:nvSpPr>
          <p:cNvPr id="7" name="Textplatzhalter 5">
            <a:extLst>
              <a:ext uri="{FF2B5EF4-FFF2-40B4-BE49-F238E27FC236}">
                <a16:creationId xmlns:a16="http://schemas.microsoft.com/office/drawing/2014/main" id="{6E4380B2-B151-E700-AD45-7007252363B7}"/>
              </a:ext>
            </a:extLst>
          </p:cNvPr>
          <p:cNvSpPr>
            <a:spLocks noGrp="1"/>
          </p:cNvSpPr>
          <p:nvPr>
            <p:ph type="body" sz="quarter" idx="13" hasCustomPrompt="1"/>
          </p:nvPr>
        </p:nvSpPr>
        <p:spPr>
          <a:xfrm>
            <a:off x="8312728" y="2035829"/>
            <a:ext cx="3168072"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3</a:t>
            </a:r>
          </a:p>
        </p:txBody>
      </p:sp>
      <p:sp>
        <p:nvSpPr>
          <p:cNvPr id="8" name="Textplatzhalter 5">
            <a:extLst>
              <a:ext uri="{FF2B5EF4-FFF2-40B4-BE49-F238E27FC236}">
                <a16:creationId xmlns:a16="http://schemas.microsoft.com/office/drawing/2014/main" id="{E18755AE-8925-C715-5468-0ADBAD2C3B7F}"/>
              </a:ext>
            </a:extLst>
          </p:cNvPr>
          <p:cNvSpPr>
            <a:spLocks noGrp="1"/>
          </p:cNvSpPr>
          <p:nvPr>
            <p:ph type="body" sz="quarter" idx="14" hasCustomPrompt="1"/>
          </p:nvPr>
        </p:nvSpPr>
        <p:spPr>
          <a:xfrm>
            <a:off x="4507346" y="1246908"/>
            <a:ext cx="3168072" cy="637310"/>
          </a:xfrm>
          <a:prstGeom prst="rect">
            <a:avLst/>
          </a:prstGeom>
        </p:spPr>
        <p:txBody>
          <a:bodyPr anchor="ctr"/>
          <a:lstStyle>
            <a:lvl1pPr marL="0" indent="0" algn="ctr">
              <a:buNone/>
              <a:defRPr sz="4800" b="0" i="0">
                <a:solidFill>
                  <a:schemeClr val="accent1"/>
                </a:solidFill>
                <a:latin typeface="Ubuntu Medium" panose="020B0504030602030204" pitchFamily="34" charset="0"/>
              </a:defRPr>
            </a:lvl1pPr>
          </a:lstStyle>
          <a:p>
            <a:pPr lvl="0"/>
            <a:r>
              <a:rPr lang="de-DE" dirty="0"/>
              <a:t>Zahl 2</a:t>
            </a:r>
          </a:p>
        </p:txBody>
      </p:sp>
      <p:sp>
        <p:nvSpPr>
          <p:cNvPr id="10" name="Textplatzhalter 5">
            <a:extLst>
              <a:ext uri="{FF2B5EF4-FFF2-40B4-BE49-F238E27FC236}">
                <a16:creationId xmlns:a16="http://schemas.microsoft.com/office/drawing/2014/main" id="{5F58900E-E417-BC6C-C287-73899CA04916}"/>
              </a:ext>
            </a:extLst>
          </p:cNvPr>
          <p:cNvSpPr>
            <a:spLocks noGrp="1"/>
          </p:cNvSpPr>
          <p:nvPr>
            <p:ph type="body" sz="quarter" idx="15" hasCustomPrompt="1"/>
          </p:nvPr>
        </p:nvSpPr>
        <p:spPr>
          <a:xfrm>
            <a:off x="4507346" y="2035829"/>
            <a:ext cx="3168072"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2</a:t>
            </a:r>
          </a:p>
        </p:txBody>
      </p:sp>
      <p:sp>
        <p:nvSpPr>
          <p:cNvPr id="11" name="Textplatzhalter 5">
            <a:extLst>
              <a:ext uri="{FF2B5EF4-FFF2-40B4-BE49-F238E27FC236}">
                <a16:creationId xmlns:a16="http://schemas.microsoft.com/office/drawing/2014/main" id="{109FF839-7A3F-1E3E-7076-296A6CC894E7}"/>
              </a:ext>
            </a:extLst>
          </p:cNvPr>
          <p:cNvSpPr>
            <a:spLocks noGrp="1"/>
          </p:cNvSpPr>
          <p:nvPr>
            <p:ph type="body" sz="quarter" idx="16" hasCustomPrompt="1"/>
          </p:nvPr>
        </p:nvSpPr>
        <p:spPr>
          <a:xfrm>
            <a:off x="701964" y="4322617"/>
            <a:ext cx="3168072" cy="637310"/>
          </a:xfrm>
          <a:prstGeom prst="rect">
            <a:avLst/>
          </a:prstGeom>
        </p:spPr>
        <p:txBody>
          <a:bodyPr anchor="ctr"/>
          <a:lstStyle>
            <a:lvl1pPr marL="0" indent="0" algn="ctr">
              <a:buNone/>
              <a:defRPr sz="4800" b="0" i="0">
                <a:solidFill>
                  <a:schemeClr val="accent3">
                    <a:lumMod val="75000"/>
                  </a:schemeClr>
                </a:solidFill>
                <a:latin typeface="Ubuntu Medium" panose="020B0504030602030204" pitchFamily="34" charset="0"/>
              </a:defRPr>
            </a:lvl1pPr>
          </a:lstStyle>
          <a:p>
            <a:pPr lvl="0"/>
            <a:r>
              <a:rPr lang="de-DE" dirty="0"/>
              <a:t>Zahl 4</a:t>
            </a:r>
          </a:p>
        </p:txBody>
      </p:sp>
      <p:sp>
        <p:nvSpPr>
          <p:cNvPr id="12" name="Textplatzhalter 5">
            <a:extLst>
              <a:ext uri="{FF2B5EF4-FFF2-40B4-BE49-F238E27FC236}">
                <a16:creationId xmlns:a16="http://schemas.microsoft.com/office/drawing/2014/main" id="{71DB7D5A-F3C3-5FA1-E46F-4F72E6C72BED}"/>
              </a:ext>
            </a:extLst>
          </p:cNvPr>
          <p:cNvSpPr>
            <a:spLocks noGrp="1"/>
          </p:cNvSpPr>
          <p:nvPr>
            <p:ph type="body" sz="quarter" idx="17" hasCustomPrompt="1"/>
          </p:nvPr>
        </p:nvSpPr>
        <p:spPr>
          <a:xfrm>
            <a:off x="701964" y="5111538"/>
            <a:ext cx="3168072"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4</a:t>
            </a:r>
          </a:p>
        </p:txBody>
      </p:sp>
      <p:sp>
        <p:nvSpPr>
          <p:cNvPr id="21" name="Textplatzhalter 5">
            <a:extLst>
              <a:ext uri="{FF2B5EF4-FFF2-40B4-BE49-F238E27FC236}">
                <a16:creationId xmlns:a16="http://schemas.microsoft.com/office/drawing/2014/main" id="{6E03C054-492C-6067-3663-3F80CDF14A31}"/>
              </a:ext>
            </a:extLst>
          </p:cNvPr>
          <p:cNvSpPr>
            <a:spLocks noGrp="1"/>
          </p:cNvSpPr>
          <p:nvPr>
            <p:ph type="body" sz="quarter" idx="18" hasCustomPrompt="1"/>
          </p:nvPr>
        </p:nvSpPr>
        <p:spPr>
          <a:xfrm>
            <a:off x="8312728" y="4322617"/>
            <a:ext cx="3168072" cy="637310"/>
          </a:xfrm>
          <a:prstGeom prst="rect">
            <a:avLst/>
          </a:prstGeom>
        </p:spPr>
        <p:txBody>
          <a:bodyPr anchor="ctr"/>
          <a:lstStyle>
            <a:lvl1pPr marL="0" indent="0" algn="ctr">
              <a:buNone/>
              <a:defRPr sz="4800" b="0" i="0">
                <a:solidFill>
                  <a:schemeClr val="accent1">
                    <a:lumMod val="75000"/>
                    <a:lumOff val="25000"/>
                  </a:schemeClr>
                </a:solidFill>
                <a:latin typeface="Ubuntu Medium" panose="020B0504030602030204" pitchFamily="34" charset="0"/>
              </a:defRPr>
            </a:lvl1pPr>
          </a:lstStyle>
          <a:p>
            <a:pPr lvl="0"/>
            <a:r>
              <a:rPr lang="de-DE" dirty="0"/>
              <a:t>Zahl 6</a:t>
            </a:r>
          </a:p>
        </p:txBody>
      </p:sp>
      <p:sp>
        <p:nvSpPr>
          <p:cNvPr id="22" name="Textplatzhalter 5">
            <a:extLst>
              <a:ext uri="{FF2B5EF4-FFF2-40B4-BE49-F238E27FC236}">
                <a16:creationId xmlns:a16="http://schemas.microsoft.com/office/drawing/2014/main" id="{0A6BAFA5-3B8A-B55E-4E22-BB27744A826D}"/>
              </a:ext>
            </a:extLst>
          </p:cNvPr>
          <p:cNvSpPr>
            <a:spLocks noGrp="1"/>
          </p:cNvSpPr>
          <p:nvPr>
            <p:ph type="body" sz="quarter" idx="19" hasCustomPrompt="1"/>
          </p:nvPr>
        </p:nvSpPr>
        <p:spPr>
          <a:xfrm>
            <a:off x="8312728" y="5111538"/>
            <a:ext cx="3168072"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6</a:t>
            </a:r>
          </a:p>
        </p:txBody>
      </p:sp>
      <p:sp>
        <p:nvSpPr>
          <p:cNvPr id="23" name="Textplatzhalter 5">
            <a:extLst>
              <a:ext uri="{FF2B5EF4-FFF2-40B4-BE49-F238E27FC236}">
                <a16:creationId xmlns:a16="http://schemas.microsoft.com/office/drawing/2014/main" id="{5A14713C-A841-1D39-C764-1EB552772C3C}"/>
              </a:ext>
            </a:extLst>
          </p:cNvPr>
          <p:cNvSpPr>
            <a:spLocks noGrp="1"/>
          </p:cNvSpPr>
          <p:nvPr>
            <p:ph type="body" sz="quarter" idx="20" hasCustomPrompt="1"/>
          </p:nvPr>
        </p:nvSpPr>
        <p:spPr>
          <a:xfrm>
            <a:off x="4507346" y="4322617"/>
            <a:ext cx="3168072" cy="637310"/>
          </a:xfrm>
          <a:prstGeom prst="rect">
            <a:avLst/>
          </a:prstGeom>
        </p:spPr>
        <p:txBody>
          <a:bodyPr anchor="ctr"/>
          <a:lstStyle>
            <a:lvl1pPr marL="0" indent="0" algn="ctr">
              <a:buNone/>
              <a:defRPr sz="4800" b="0" i="0">
                <a:solidFill>
                  <a:schemeClr val="accent2">
                    <a:lumMod val="75000"/>
                  </a:schemeClr>
                </a:solidFill>
                <a:latin typeface="Ubuntu Medium" panose="020B0504030602030204" pitchFamily="34" charset="0"/>
              </a:defRPr>
            </a:lvl1pPr>
          </a:lstStyle>
          <a:p>
            <a:pPr lvl="0"/>
            <a:r>
              <a:rPr lang="de-DE" dirty="0"/>
              <a:t>Zahl 5</a:t>
            </a:r>
          </a:p>
        </p:txBody>
      </p:sp>
      <p:sp>
        <p:nvSpPr>
          <p:cNvPr id="24" name="Textplatzhalter 5">
            <a:extLst>
              <a:ext uri="{FF2B5EF4-FFF2-40B4-BE49-F238E27FC236}">
                <a16:creationId xmlns:a16="http://schemas.microsoft.com/office/drawing/2014/main" id="{163CA75C-9A4F-FE4E-EBE9-212064F1A8F0}"/>
              </a:ext>
            </a:extLst>
          </p:cNvPr>
          <p:cNvSpPr>
            <a:spLocks noGrp="1"/>
          </p:cNvSpPr>
          <p:nvPr>
            <p:ph type="body" sz="quarter" idx="21" hasCustomPrompt="1"/>
          </p:nvPr>
        </p:nvSpPr>
        <p:spPr>
          <a:xfrm>
            <a:off x="4507346" y="5111538"/>
            <a:ext cx="3168072" cy="378692"/>
          </a:xfrm>
          <a:prstGeom prst="rect">
            <a:avLst/>
          </a:prstGeom>
        </p:spPr>
        <p:txBody>
          <a:bodyPr anchor="t"/>
          <a:lstStyle>
            <a:lvl1pPr marL="0" indent="0" algn="ctr">
              <a:lnSpc>
                <a:spcPct val="100000"/>
              </a:lnSpc>
              <a:buNone/>
              <a:defRPr sz="1800" b="0" i="0">
                <a:solidFill>
                  <a:schemeClr val="tx1"/>
                </a:solidFill>
                <a:latin typeface="Ubuntu Light" panose="020B0304030602030204" pitchFamily="34" charset="0"/>
              </a:defRPr>
            </a:lvl1pPr>
          </a:lstStyle>
          <a:p>
            <a:pPr lvl="0"/>
            <a:r>
              <a:rPr lang="de-DE" dirty="0"/>
              <a:t>Beschreibung zur Zahl 5</a:t>
            </a:r>
          </a:p>
        </p:txBody>
      </p:sp>
      <p:cxnSp>
        <p:nvCxnSpPr>
          <p:cNvPr id="25" name="Gerade Verbindung 24">
            <a:extLst>
              <a:ext uri="{FF2B5EF4-FFF2-40B4-BE49-F238E27FC236}">
                <a16:creationId xmlns:a16="http://schemas.microsoft.com/office/drawing/2014/main" id="{C84973B8-33BD-D01F-CDA4-82D7AF7E8997}"/>
              </a:ext>
            </a:extLst>
          </p:cNvPr>
          <p:cNvCxnSpPr>
            <a:cxnSpLocks/>
          </p:cNvCxnSpPr>
          <p:nvPr userDrawn="1"/>
        </p:nvCxnSpPr>
        <p:spPr>
          <a:xfrm>
            <a:off x="4202463" y="4344075"/>
            <a:ext cx="0" cy="1951076"/>
          </a:xfrm>
          <a:prstGeom prst="line">
            <a:avLst/>
          </a:prstGeom>
          <a:ln w="12700">
            <a:solidFill>
              <a:srgbClr val="333E48"/>
            </a:solidFill>
          </a:ln>
        </p:spPr>
        <p:style>
          <a:lnRef idx="1">
            <a:schemeClr val="accent1"/>
          </a:lnRef>
          <a:fillRef idx="0">
            <a:schemeClr val="accent1"/>
          </a:fillRef>
          <a:effectRef idx="0">
            <a:schemeClr val="accent1"/>
          </a:effectRef>
          <a:fontRef idx="minor">
            <a:schemeClr val="tx1"/>
          </a:fontRef>
        </p:style>
      </p:cxnSp>
      <p:cxnSp>
        <p:nvCxnSpPr>
          <p:cNvPr id="26" name="Gerade Verbindung 25">
            <a:extLst>
              <a:ext uri="{FF2B5EF4-FFF2-40B4-BE49-F238E27FC236}">
                <a16:creationId xmlns:a16="http://schemas.microsoft.com/office/drawing/2014/main" id="{817F97AE-E2E6-F51D-EE1E-5EAB43ED1F4C}"/>
              </a:ext>
            </a:extLst>
          </p:cNvPr>
          <p:cNvCxnSpPr>
            <a:cxnSpLocks/>
          </p:cNvCxnSpPr>
          <p:nvPr userDrawn="1"/>
        </p:nvCxnSpPr>
        <p:spPr>
          <a:xfrm>
            <a:off x="8012464" y="4344075"/>
            <a:ext cx="0" cy="1951076"/>
          </a:xfrm>
          <a:prstGeom prst="line">
            <a:avLst/>
          </a:prstGeom>
          <a:ln w="12700">
            <a:solidFill>
              <a:srgbClr val="333E48"/>
            </a:solidFill>
          </a:ln>
        </p:spPr>
        <p:style>
          <a:lnRef idx="1">
            <a:schemeClr val="accent1"/>
          </a:lnRef>
          <a:fillRef idx="0">
            <a:schemeClr val="accent1"/>
          </a:fillRef>
          <a:effectRef idx="0">
            <a:schemeClr val="accent1"/>
          </a:effectRef>
          <a:fontRef idx="minor">
            <a:schemeClr val="tx1"/>
          </a:fontRef>
        </p:style>
      </p:cxnSp>
      <p:cxnSp>
        <p:nvCxnSpPr>
          <p:cNvPr id="27" name="Gerade Verbindung 26">
            <a:extLst>
              <a:ext uri="{FF2B5EF4-FFF2-40B4-BE49-F238E27FC236}">
                <a16:creationId xmlns:a16="http://schemas.microsoft.com/office/drawing/2014/main" id="{4552C46B-84EB-112D-FA6E-20AF205BB21E}"/>
              </a:ext>
            </a:extLst>
          </p:cNvPr>
          <p:cNvCxnSpPr>
            <a:cxnSpLocks/>
          </p:cNvCxnSpPr>
          <p:nvPr userDrawn="1"/>
        </p:nvCxnSpPr>
        <p:spPr>
          <a:xfrm>
            <a:off x="4202463" y="604206"/>
            <a:ext cx="0" cy="1951076"/>
          </a:xfrm>
          <a:prstGeom prst="line">
            <a:avLst/>
          </a:prstGeom>
          <a:ln w="12700">
            <a:solidFill>
              <a:srgbClr val="333E48"/>
            </a:solidFill>
          </a:ln>
        </p:spPr>
        <p:style>
          <a:lnRef idx="1">
            <a:schemeClr val="accent1"/>
          </a:lnRef>
          <a:fillRef idx="0">
            <a:schemeClr val="accent1"/>
          </a:fillRef>
          <a:effectRef idx="0">
            <a:schemeClr val="accent1"/>
          </a:effectRef>
          <a:fontRef idx="minor">
            <a:schemeClr val="tx1"/>
          </a:fontRef>
        </p:style>
      </p:cxnSp>
      <p:cxnSp>
        <p:nvCxnSpPr>
          <p:cNvPr id="28" name="Gerade Verbindung 27">
            <a:extLst>
              <a:ext uri="{FF2B5EF4-FFF2-40B4-BE49-F238E27FC236}">
                <a16:creationId xmlns:a16="http://schemas.microsoft.com/office/drawing/2014/main" id="{D598AED8-2E23-DF46-571D-3949C1942CBB}"/>
              </a:ext>
            </a:extLst>
          </p:cNvPr>
          <p:cNvCxnSpPr>
            <a:cxnSpLocks/>
          </p:cNvCxnSpPr>
          <p:nvPr userDrawn="1"/>
        </p:nvCxnSpPr>
        <p:spPr>
          <a:xfrm flipH="1">
            <a:off x="1064708" y="3536667"/>
            <a:ext cx="10222485" cy="0"/>
          </a:xfrm>
          <a:prstGeom prst="line">
            <a:avLst/>
          </a:prstGeom>
          <a:ln w="12700">
            <a:solidFill>
              <a:srgbClr val="333E48"/>
            </a:solidFill>
          </a:ln>
        </p:spPr>
        <p:style>
          <a:lnRef idx="1">
            <a:schemeClr val="accent1"/>
          </a:lnRef>
          <a:fillRef idx="0">
            <a:schemeClr val="accent1"/>
          </a:fillRef>
          <a:effectRef idx="0">
            <a:schemeClr val="accent1"/>
          </a:effectRef>
          <a:fontRef idx="minor">
            <a:schemeClr val="tx1"/>
          </a:fontRef>
        </p:style>
      </p:cxnSp>
      <p:cxnSp>
        <p:nvCxnSpPr>
          <p:cNvPr id="29" name="Gerade Verbindung 28">
            <a:extLst>
              <a:ext uri="{FF2B5EF4-FFF2-40B4-BE49-F238E27FC236}">
                <a16:creationId xmlns:a16="http://schemas.microsoft.com/office/drawing/2014/main" id="{25648A0E-E978-F6E0-3C25-BB0292A846B7}"/>
              </a:ext>
            </a:extLst>
          </p:cNvPr>
          <p:cNvCxnSpPr>
            <a:cxnSpLocks/>
          </p:cNvCxnSpPr>
          <p:nvPr userDrawn="1"/>
        </p:nvCxnSpPr>
        <p:spPr>
          <a:xfrm>
            <a:off x="7997628" y="604206"/>
            <a:ext cx="0" cy="1951076"/>
          </a:xfrm>
          <a:prstGeom prst="line">
            <a:avLst/>
          </a:prstGeom>
          <a:ln w="12700">
            <a:solidFill>
              <a:srgbClr val="333E4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1616153"/>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akten 4">
    <p:bg>
      <p:bgPr>
        <a:solidFill>
          <a:srgbClr val="333E48"/>
        </a:solidFill>
        <a:effectLst/>
      </p:bgPr>
    </p:bg>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BFF4F453-767E-B9D4-9385-98ECAFF25508}"/>
              </a:ext>
            </a:extLst>
          </p:cNvPr>
          <p:cNvSpPr>
            <a:spLocks noGrp="1"/>
          </p:cNvSpPr>
          <p:nvPr>
            <p:ph type="body" sz="quarter" idx="10" hasCustomPrompt="1"/>
          </p:nvPr>
        </p:nvSpPr>
        <p:spPr>
          <a:xfrm>
            <a:off x="701964" y="1246908"/>
            <a:ext cx="10778836" cy="637310"/>
          </a:xfrm>
          <a:prstGeom prst="rect">
            <a:avLst/>
          </a:prstGeom>
        </p:spPr>
        <p:txBody>
          <a:bodyPr anchor="ctr"/>
          <a:lstStyle>
            <a:lvl1pPr marL="0" indent="0" algn="ctr">
              <a:buNone/>
              <a:defRPr sz="4800" b="0" i="0">
                <a:solidFill>
                  <a:schemeClr val="accent2"/>
                </a:solidFill>
                <a:latin typeface="Ubuntu Medium" panose="020B0504030602030204" pitchFamily="34" charset="0"/>
              </a:defRPr>
            </a:lvl1pPr>
          </a:lstStyle>
          <a:p>
            <a:pPr lvl="0"/>
            <a:r>
              <a:rPr lang="de-DE" dirty="0"/>
              <a:t>Zahl 1</a:t>
            </a:r>
          </a:p>
        </p:txBody>
      </p:sp>
      <p:sp>
        <p:nvSpPr>
          <p:cNvPr id="4" name="Textplatzhalter 5">
            <a:extLst>
              <a:ext uri="{FF2B5EF4-FFF2-40B4-BE49-F238E27FC236}">
                <a16:creationId xmlns:a16="http://schemas.microsoft.com/office/drawing/2014/main" id="{1CAA9941-85D8-1D92-9B75-A8F7357AFA19}"/>
              </a:ext>
            </a:extLst>
          </p:cNvPr>
          <p:cNvSpPr>
            <a:spLocks noGrp="1"/>
          </p:cNvSpPr>
          <p:nvPr>
            <p:ph type="body" sz="quarter" idx="11" hasCustomPrompt="1"/>
          </p:nvPr>
        </p:nvSpPr>
        <p:spPr>
          <a:xfrm>
            <a:off x="701964" y="2035829"/>
            <a:ext cx="10778836"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1</a:t>
            </a:r>
          </a:p>
        </p:txBody>
      </p:sp>
      <p:sp>
        <p:nvSpPr>
          <p:cNvPr id="5" name="Textplatzhalter 5">
            <a:extLst>
              <a:ext uri="{FF2B5EF4-FFF2-40B4-BE49-F238E27FC236}">
                <a16:creationId xmlns:a16="http://schemas.microsoft.com/office/drawing/2014/main" id="{E8353176-DD8C-2555-F221-CDC8950A72EA}"/>
              </a:ext>
            </a:extLst>
          </p:cNvPr>
          <p:cNvSpPr>
            <a:spLocks noGrp="1"/>
          </p:cNvSpPr>
          <p:nvPr>
            <p:ph type="body" sz="quarter" idx="16" hasCustomPrompt="1"/>
          </p:nvPr>
        </p:nvSpPr>
        <p:spPr>
          <a:xfrm>
            <a:off x="701964" y="4322617"/>
            <a:ext cx="5098472" cy="637310"/>
          </a:xfrm>
          <a:prstGeom prst="rect">
            <a:avLst/>
          </a:prstGeom>
        </p:spPr>
        <p:txBody>
          <a:bodyPr anchor="ctr"/>
          <a:lstStyle>
            <a:lvl1pPr marL="0" indent="0" algn="ctr">
              <a:buNone/>
              <a:defRPr sz="4800" b="0" i="0">
                <a:solidFill>
                  <a:schemeClr val="accent3"/>
                </a:solidFill>
                <a:latin typeface="Ubuntu Medium" panose="020B0504030602030204" pitchFamily="34" charset="0"/>
              </a:defRPr>
            </a:lvl1pPr>
          </a:lstStyle>
          <a:p>
            <a:pPr lvl="0"/>
            <a:r>
              <a:rPr lang="de-DE" dirty="0"/>
              <a:t>Zahl 2</a:t>
            </a:r>
          </a:p>
        </p:txBody>
      </p:sp>
      <p:sp>
        <p:nvSpPr>
          <p:cNvPr id="7" name="Textplatzhalter 5">
            <a:extLst>
              <a:ext uri="{FF2B5EF4-FFF2-40B4-BE49-F238E27FC236}">
                <a16:creationId xmlns:a16="http://schemas.microsoft.com/office/drawing/2014/main" id="{332B4C88-ED5B-4125-B7ED-B4D62B58E561}"/>
              </a:ext>
            </a:extLst>
          </p:cNvPr>
          <p:cNvSpPr>
            <a:spLocks noGrp="1"/>
          </p:cNvSpPr>
          <p:nvPr>
            <p:ph type="body" sz="quarter" idx="17" hasCustomPrompt="1"/>
          </p:nvPr>
        </p:nvSpPr>
        <p:spPr>
          <a:xfrm>
            <a:off x="701964" y="5111538"/>
            <a:ext cx="5098472"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2</a:t>
            </a:r>
          </a:p>
        </p:txBody>
      </p:sp>
      <p:sp>
        <p:nvSpPr>
          <p:cNvPr id="8" name="Textplatzhalter 5">
            <a:extLst>
              <a:ext uri="{FF2B5EF4-FFF2-40B4-BE49-F238E27FC236}">
                <a16:creationId xmlns:a16="http://schemas.microsoft.com/office/drawing/2014/main" id="{201324CD-5D91-7BBE-AAD7-995DBAAA5036}"/>
              </a:ext>
            </a:extLst>
          </p:cNvPr>
          <p:cNvSpPr>
            <a:spLocks noGrp="1"/>
          </p:cNvSpPr>
          <p:nvPr>
            <p:ph type="body" sz="quarter" idx="18" hasCustomPrompt="1"/>
          </p:nvPr>
        </p:nvSpPr>
        <p:spPr>
          <a:xfrm>
            <a:off x="6391566" y="4322617"/>
            <a:ext cx="5089234" cy="637310"/>
          </a:xfrm>
          <a:prstGeom prst="rect">
            <a:avLst/>
          </a:prstGeom>
        </p:spPr>
        <p:txBody>
          <a:bodyPr anchor="ctr"/>
          <a:lstStyle>
            <a:lvl1pPr marL="0" indent="0" algn="ctr">
              <a:buNone/>
              <a:defRPr sz="4800" b="0" i="0">
                <a:solidFill>
                  <a:schemeClr val="bg1"/>
                </a:solidFill>
                <a:latin typeface="Ubuntu Medium" panose="020B0504030602030204" pitchFamily="34" charset="0"/>
              </a:defRPr>
            </a:lvl1pPr>
          </a:lstStyle>
          <a:p>
            <a:pPr lvl="0"/>
            <a:r>
              <a:rPr lang="de-DE" dirty="0"/>
              <a:t>Zahl 3</a:t>
            </a:r>
          </a:p>
        </p:txBody>
      </p:sp>
      <p:sp>
        <p:nvSpPr>
          <p:cNvPr id="10" name="Textplatzhalter 5">
            <a:extLst>
              <a:ext uri="{FF2B5EF4-FFF2-40B4-BE49-F238E27FC236}">
                <a16:creationId xmlns:a16="http://schemas.microsoft.com/office/drawing/2014/main" id="{046EBF83-9548-ABF6-E3CB-41D870CD79E3}"/>
              </a:ext>
            </a:extLst>
          </p:cNvPr>
          <p:cNvSpPr>
            <a:spLocks noGrp="1"/>
          </p:cNvSpPr>
          <p:nvPr>
            <p:ph type="body" sz="quarter" idx="19" hasCustomPrompt="1"/>
          </p:nvPr>
        </p:nvSpPr>
        <p:spPr>
          <a:xfrm>
            <a:off x="6391566" y="5111538"/>
            <a:ext cx="5089234"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3</a:t>
            </a:r>
          </a:p>
        </p:txBody>
      </p:sp>
      <p:cxnSp>
        <p:nvCxnSpPr>
          <p:cNvPr id="11" name="Gerade Verbindung 10">
            <a:extLst>
              <a:ext uri="{FF2B5EF4-FFF2-40B4-BE49-F238E27FC236}">
                <a16:creationId xmlns:a16="http://schemas.microsoft.com/office/drawing/2014/main" id="{60A4E380-B7B7-BECF-0118-F36A64C5107C}"/>
              </a:ext>
            </a:extLst>
          </p:cNvPr>
          <p:cNvCxnSpPr>
            <a:cxnSpLocks/>
          </p:cNvCxnSpPr>
          <p:nvPr userDrawn="1"/>
        </p:nvCxnSpPr>
        <p:spPr>
          <a:xfrm>
            <a:off x="6096000" y="4303615"/>
            <a:ext cx="0" cy="1951076"/>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Gerade Verbindung 11">
            <a:extLst>
              <a:ext uri="{FF2B5EF4-FFF2-40B4-BE49-F238E27FC236}">
                <a16:creationId xmlns:a16="http://schemas.microsoft.com/office/drawing/2014/main" id="{602E4105-77DB-068E-7472-89DC9845E760}"/>
              </a:ext>
            </a:extLst>
          </p:cNvPr>
          <p:cNvCxnSpPr>
            <a:cxnSpLocks/>
          </p:cNvCxnSpPr>
          <p:nvPr userDrawn="1"/>
        </p:nvCxnSpPr>
        <p:spPr>
          <a:xfrm flipH="1">
            <a:off x="1064708" y="3536667"/>
            <a:ext cx="1022248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 name="Grafik 1">
            <a:extLst>
              <a:ext uri="{FF2B5EF4-FFF2-40B4-BE49-F238E27FC236}">
                <a16:creationId xmlns:a16="http://schemas.microsoft.com/office/drawing/2014/main" id="{FDD32A73-5A79-81B2-FFCE-08E229434FF4}"/>
              </a:ext>
            </a:extLst>
          </p:cNvPr>
          <p:cNvPicPr>
            <a:picLocks noChangeAspect="1"/>
          </p:cNvPicPr>
          <p:nvPr userDrawn="1"/>
        </p:nvPicPr>
        <p:blipFill>
          <a:blip r:embed="rId2">
            <a:lum bright="100000"/>
          </a:blip>
          <a:stretch>
            <a:fillRect/>
          </a:stretch>
        </p:blipFill>
        <p:spPr>
          <a:xfrm>
            <a:off x="11023313" y="72981"/>
            <a:ext cx="981652" cy="525574"/>
          </a:xfrm>
          <a:prstGeom prst="rect">
            <a:avLst/>
          </a:prstGeom>
          <a:solidFill>
            <a:srgbClr val="333E48"/>
          </a:solidFill>
        </p:spPr>
      </p:pic>
    </p:spTree>
    <p:extLst>
      <p:ext uri="{BB962C8B-B14F-4D97-AF65-F5344CB8AC3E}">
        <p14:creationId xmlns:p14="http://schemas.microsoft.com/office/powerpoint/2010/main" val="2904412052"/>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Fakten 2">
    <p:bg>
      <p:bgPr>
        <a:solidFill>
          <a:srgbClr val="333E48"/>
        </a:solidFill>
        <a:effectLst/>
      </p:bgPr>
    </p:bg>
    <p:spTree>
      <p:nvGrpSpPr>
        <p:cNvPr id="1" name=""/>
        <p:cNvGrpSpPr/>
        <p:nvPr/>
      </p:nvGrpSpPr>
      <p:grpSpPr>
        <a:xfrm>
          <a:off x="0" y="0"/>
          <a:ext cx="0" cy="0"/>
          <a:chOff x="0" y="0"/>
          <a:chExt cx="0" cy="0"/>
        </a:xfrm>
      </p:grpSpPr>
      <p:sp>
        <p:nvSpPr>
          <p:cNvPr id="2" name="Textplatzhalter 5">
            <a:extLst>
              <a:ext uri="{FF2B5EF4-FFF2-40B4-BE49-F238E27FC236}">
                <a16:creationId xmlns:a16="http://schemas.microsoft.com/office/drawing/2014/main" id="{C6488A0B-E8CB-FBFF-2B62-C3BD8410480F}"/>
              </a:ext>
            </a:extLst>
          </p:cNvPr>
          <p:cNvSpPr>
            <a:spLocks noGrp="1"/>
          </p:cNvSpPr>
          <p:nvPr>
            <p:ph type="body" sz="quarter" idx="10" hasCustomPrompt="1"/>
          </p:nvPr>
        </p:nvSpPr>
        <p:spPr>
          <a:xfrm>
            <a:off x="701964" y="1246908"/>
            <a:ext cx="5098472" cy="637310"/>
          </a:xfrm>
          <a:prstGeom prst="rect">
            <a:avLst/>
          </a:prstGeom>
        </p:spPr>
        <p:txBody>
          <a:bodyPr anchor="ctr"/>
          <a:lstStyle>
            <a:lvl1pPr marL="0" indent="0" algn="ctr">
              <a:buNone/>
              <a:defRPr sz="4800" b="0" i="0">
                <a:solidFill>
                  <a:schemeClr val="accent2"/>
                </a:solidFill>
                <a:latin typeface="Ubuntu Medium" panose="020B0504030602030204" pitchFamily="34" charset="0"/>
              </a:defRPr>
            </a:lvl1pPr>
          </a:lstStyle>
          <a:p>
            <a:pPr lvl="0"/>
            <a:r>
              <a:rPr lang="de-DE" dirty="0"/>
              <a:t>Zahl 1</a:t>
            </a:r>
          </a:p>
        </p:txBody>
      </p:sp>
      <p:sp>
        <p:nvSpPr>
          <p:cNvPr id="6" name="Textplatzhalter 5">
            <a:extLst>
              <a:ext uri="{FF2B5EF4-FFF2-40B4-BE49-F238E27FC236}">
                <a16:creationId xmlns:a16="http://schemas.microsoft.com/office/drawing/2014/main" id="{C3DAB478-C250-0167-341A-19E264DFB22A}"/>
              </a:ext>
            </a:extLst>
          </p:cNvPr>
          <p:cNvSpPr>
            <a:spLocks noGrp="1"/>
          </p:cNvSpPr>
          <p:nvPr>
            <p:ph type="body" sz="quarter" idx="11" hasCustomPrompt="1"/>
          </p:nvPr>
        </p:nvSpPr>
        <p:spPr>
          <a:xfrm>
            <a:off x="701964" y="2035829"/>
            <a:ext cx="5098472"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1</a:t>
            </a:r>
          </a:p>
        </p:txBody>
      </p:sp>
      <p:sp>
        <p:nvSpPr>
          <p:cNvPr id="9" name="Textplatzhalter 5">
            <a:extLst>
              <a:ext uri="{FF2B5EF4-FFF2-40B4-BE49-F238E27FC236}">
                <a16:creationId xmlns:a16="http://schemas.microsoft.com/office/drawing/2014/main" id="{B1201446-A7BD-E20B-EE98-A01D26AF0EA0}"/>
              </a:ext>
            </a:extLst>
          </p:cNvPr>
          <p:cNvSpPr>
            <a:spLocks noGrp="1"/>
          </p:cNvSpPr>
          <p:nvPr>
            <p:ph type="body" sz="quarter" idx="12" hasCustomPrompt="1"/>
          </p:nvPr>
        </p:nvSpPr>
        <p:spPr>
          <a:xfrm>
            <a:off x="6391566" y="1246908"/>
            <a:ext cx="5089234" cy="637310"/>
          </a:xfrm>
          <a:prstGeom prst="rect">
            <a:avLst/>
          </a:prstGeom>
        </p:spPr>
        <p:txBody>
          <a:bodyPr anchor="ctr"/>
          <a:lstStyle>
            <a:lvl1pPr marL="0" indent="0" algn="ctr">
              <a:buNone/>
              <a:defRPr sz="4800" b="0" i="0">
                <a:solidFill>
                  <a:schemeClr val="accent3"/>
                </a:solidFill>
                <a:latin typeface="Ubuntu Medium" panose="020B0504030602030204" pitchFamily="34" charset="0"/>
              </a:defRPr>
            </a:lvl1pPr>
          </a:lstStyle>
          <a:p>
            <a:pPr lvl="0"/>
            <a:r>
              <a:rPr lang="de-DE" dirty="0"/>
              <a:t>Zahl 2</a:t>
            </a:r>
          </a:p>
        </p:txBody>
      </p:sp>
      <p:sp>
        <p:nvSpPr>
          <p:cNvPr id="13" name="Textplatzhalter 5">
            <a:extLst>
              <a:ext uri="{FF2B5EF4-FFF2-40B4-BE49-F238E27FC236}">
                <a16:creationId xmlns:a16="http://schemas.microsoft.com/office/drawing/2014/main" id="{325C4972-BACB-A4CC-8507-70F04E60276A}"/>
              </a:ext>
            </a:extLst>
          </p:cNvPr>
          <p:cNvSpPr>
            <a:spLocks noGrp="1"/>
          </p:cNvSpPr>
          <p:nvPr>
            <p:ph type="body" sz="quarter" idx="13" hasCustomPrompt="1"/>
          </p:nvPr>
        </p:nvSpPr>
        <p:spPr>
          <a:xfrm>
            <a:off x="6391566" y="2035829"/>
            <a:ext cx="5089234"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2</a:t>
            </a:r>
          </a:p>
        </p:txBody>
      </p:sp>
      <p:sp>
        <p:nvSpPr>
          <p:cNvPr id="14" name="Textplatzhalter 5">
            <a:extLst>
              <a:ext uri="{FF2B5EF4-FFF2-40B4-BE49-F238E27FC236}">
                <a16:creationId xmlns:a16="http://schemas.microsoft.com/office/drawing/2014/main" id="{8E8EBE70-857D-9C23-50B3-3BAF4F54EC56}"/>
              </a:ext>
            </a:extLst>
          </p:cNvPr>
          <p:cNvSpPr>
            <a:spLocks noGrp="1"/>
          </p:cNvSpPr>
          <p:nvPr>
            <p:ph type="body" sz="quarter" idx="16" hasCustomPrompt="1"/>
          </p:nvPr>
        </p:nvSpPr>
        <p:spPr>
          <a:xfrm>
            <a:off x="701964" y="4322617"/>
            <a:ext cx="5098472" cy="637310"/>
          </a:xfrm>
          <a:prstGeom prst="rect">
            <a:avLst/>
          </a:prstGeom>
        </p:spPr>
        <p:txBody>
          <a:bodyPr anchor="ctr"/>
          <a:lstStyle>
            <a:lvl1pPr marL="0" indent="0" algn="ctr">
              <a:buNone/>
              <a:defRPr sz="4800" b="0" i="0">
                <a:solidFill>
                  <a:schemeClr val="bg1"/>
                </a:solidFill>
                <a:latin typeface="Ubuntu Medium" panose="020B0504030602030204" pitchFamily="34" charset="0"/>
              </a:defRPr>
            </a:lvl1pPr>
          </a:lstStyle>
          <a:p>
            <a:pPr lvl="0"/>
            <a:r>
              <a:rPr lang="de-DE" dirty="0"/>
              <a:t>Zahl 3</a:t>
            </a:r>
          </a:p>
        </p:txBody>
      </p:sp>
      <p:sp>
        <p:nvSpPr>
          <p:cNvPr id="15" name="Textplatzhalter 5">
            <a:extLst>
              <a:ext uri="{FF2B5EF4-FFF2-40B4-BE49-F238E27FC236}">
                <a16:creationId xmlns:a16="http://schemas.microsoft.com/office/drawing/2014/main" id="{78FE2678-FF51-5F28-5BC9-186712110E38}"/>
              </a:ext>
            </a:extLst>
          </p:cNvPr>
          <p:cNvSpPr>
            <a:spLocks noGrp="1"/>
          </p:cNvSpPr>
          <p:nvPr>
            <p:ph type="body" sz="quarter" idx="17" hasCustomPrompt="1"/>
          </p:nvPr>
        </p:nvSpPr>
        <p:spPr>
          <a:xfrm>
            <a:off x="701964" y="5111538"/>
            <a:ext cx="5098472"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3</a:t>
            </a:r>
          </a:p>
        </p:txBody>
      </p:sp>
      <p:sp>
        <p:nvSpPr>
          <p:cNvPr id="16" name="Textplatzhalter 5">
            <a:extLst>
              <a:ext uri="{FF2B5EF4-FFF2-40B4-BE49-F238E27FC236}">
                <a16:creationId xmlns:a16="http://schemas.microsoft.com/office/drawing/2014/main" id="{C974315F-DCB4-16D0-AAB3-0381186ED6B4}"/>
              </a:ext>
            </a:extLst>
          </p:cNvPr>
          <p:cNvSpPr>
            <a:spLocks noGrp="1"/>
          </p:cNvSpPr>
          <p:nvPr>
            <p:ph type="body" sz="quarter" idx="18" hasCustomPrompt="1"/>
          </p:nvPr>
        </p:nvSpPr>
        <p:spPr>
          <a:xfrm>
            <a:off x="6391566" y="4322617"/>
            <a:ext cx="5089234" cy="637310"/>
          </a:xfrm>
          <a:prstGeom prst="rect">
            <a:avLst/>
          </a:prstGeom>
        </p:spPr>
        <p:txBody>
          <a:bodyPr anchor="ctr"/>
          <a:lstStyle>
            <a:lvl1pPr marL="0" indent="0" algn="ctr">
              <a:buNone/>
              <a:defRPr sz="4800" b="0" i="0">
                <a:solidFill>
                  <a:schemeClr val="accent3">
                    <a:lumMod val="75000"/>
                  </a:schemeClr>
                </a:solidFill>
                <a:latin typeface="Ubuntu Medium" panose="020B0504030602030204" pitchFamily="34" charset="0"/>
              </a:defRPr>
            </a:lvl1pPr>
          </a:lstStyle>
          <a:p>
            <a:pPr lvl="0"/>
            <a:r>
              <a:rPr lang="de-DE" dirty="0"/>
              <a:t>Zahl 4</a:t>
            </a:r>
          </a:p>
        </p:txBody>
      </p:sp>
      <p:sp>
        <p:nvSpPr>
          <p:cNvPr id="17" name="Textplatzhalter 5">
            <a:extLst>
              <a:ext uri="{FF2B5EF4-FFF2-40B4-BE49-F238E27FC236}">
                <a16:creationId xmlns:a16="http://schemas.microsoft.com/office/drawing/2014/main" id="{64FEEC3F-FB94-EC81-4338-ECC7746686F7}"/>
              </a:ext>
            </a:extLst>
          </p:cNvPr>
          <p:cNvSpPr>
            <a:spLocks noGrp="1"/>
          </p:cNvSpPr>
          <p:nvPr>
            <p:ph type="body" sz="quarter" idx="19" hasCustomPrompt="1"/>
          </p:nvPr>
        </p:nvSpPr>
        <p:spPr>
          <a:xfrm>
            <a:off x="6391566" y="5111538"/>
            <a:ext cx="5089234"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4</a:t>
            </a:r>
          </a:p>
        </p:txBody>
      </p:sp>
      <p:cxnSp>
        <p:nvCxnSpPr>
          <p:cNvPr id="18" name="Gerade Verbindung 17">
            <a:extLst>
              <a:ext uri="{FF2B5EF4-FFF2-40B4-BE49-F238E27FC236}">
                <a16:creationId xmlns:a16="http://schemas.microsoft.com/office/drawing/2014/main" id="{4E940D72-6402-C433-82F6-6B34025A7EC1}"/>
              </a:ext>
            </a:extLst>
          </p:cNvPr>
          <p:cNvCxnSpPr>
            <a:cxnSpLocks/>
          </p:cNvCxnSpPr>
          <p:nvPr userDrawn="1"/>
        </p:nvCxnSpPr>
        <p:spPr>
          <a:xfrm>
            <a:off x="6096000" y="4306433"/>
            <a:ext cx="0" cy="1951076"/>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Gerade Verbindung 18">
            <a:extLst>
              <a:ext uri="{FF2B5EF4-FFF2-40B4-BE49-F238E27FC236}">
                <a16:creationId xmlns:a16="http://schemas.microsoft.com/office/drawing/2014/main" id="{B99DC7D7-8B6E-F319-CDC7-D90A9E978AD9}"/>
              </a:ext>
            </a:extLst>
          </p:cNvPr>
          <p:cNvCxnSpPr>
            <a:cxnSpLocks/>
          </p:cNvCxnSpPr>
          <p:nvPr userDrawn="1"/>
        </p:nvCxnSpPr>
        <p:spPr>
          <a:xfrm>
            <a:off x="6096000" y="604206"/>
            <a:ext cx="0" cy="1951076"/>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Gerade Verbindung 19">
            <a:extLst>
              <a:ext uri="{FF2B5EF4-FFF2-40B4-BE49-F238E27FC236}">
                <a16:creationId xmlns:a16="http://schemas.microsoft.com/office/drawing/2014/main" id="{2EF2B759-D956-C9CB-02CC-4FE2C9E32F7D}"/>
              </a:ext>
            </a:extLst>
          </p:cNvPr>
          <p:cNvCxnSpPr>
            <a:cxnSpLocks/>
          </p:cNvCxnSpPr>
          <p:nvPr userDrawn="1"/>
        </p:nvCxnSpPr>
        <p:spPr>
          <a:xfrm flipH="1">
            <a:off x="1064708" y="3536667"/>
            <a:ext cx="1022248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3" name="Grafik 2">
            <a:extLst>
              <a:ext uri="{FF2B5EF4-FFF2-40B4-BE49-F238E27FC236}">
                <a16:creationId xmlns:a16="http://schemas.microsoft.com/office/drawing/2014/main" id="{A59259D7-F8F6-A59D-8AF9-1291A19579D2}"/>
              </a:ext>
            </a:extLst>
          </p:cNvPr>
          <p:cNvPicPr>
            <a:picLocks noChangeAspect="1"/>
          </p:cNvPicPr>
          <p:nvPr userDrawn="1"/>
        </p:nvPicPr>
        <p:blipFill>
          <a:blip r:embed="rId2">
            <a:lum bright="100000"/>
          </a:blip>
          <a:stretch>
            <a:fillRect/>
          </a:stretch>
        </p:blipFill>
        <p:spPr>
          <a:xfrm>
            <a:off x="11023313" y="72981"/>
            <a:ext cx="981652" cy="525574"/>
          </a:xfrm>
          <a:prstGeom prst="rect">
            <a:avLst/>
          </a:prstGeom>
          <a:noFill/>
        </p:spPr>
      </p:pic>
    </p:spTree>
    <p:extLst>
      <p:ext uri="{BB962C8B-B14F-4D97-AF65-F5344CB8AC3E}">
        <p14:creationId xmlns:p14="http://schemas.microsoft.com/office/powerpoint/2010/main" val="1668915724"/>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Fakten 3">
    <p:bg>
      <p:bgPr>
        <a:solidFill>
          <a:srgbClr val="333E48"/>
        </a:solidFill>
        <a:effectLst/>
      </p:bgPr>
    </p:bg>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2CB89C10-763B-4C8E-E94B-834FA3AE1469}"/>
              </a:ext>
            </a:extLst>
          </p:cNvPr>
          <p:cNvSpPr>
            <a:spLocks noGrp="1"/>
          </p:cNvSpPr>
          <p:nvPr>
            <p:ph type="body" sz="quarter" idx="10" hasCustomPrompt="1"/>
          </p:nvPr>
        </p:nvSpPr>
        <p:spPr>
          <a:xfrm>
            <a:off x="701964" y="1246908"/>
            <a:ext cx="3168072" cy="637310"/>
          </a:xfrm>
          <a:prstGeom prst="rect">
            <a:avLst/>
          </a:prstGeom>
        </p:spPr>
        <p:txBody>
          <a:bodyPr anchor="ctr"/>
          <a:lstStyle>
            <a:lvl1pPr marL="0" indent="0" algn="ctr">
              <a:buNone/>
              <a:defRPr sz="4800" b="0" i="0">
                <a:solidFill>
                  <a:schemeClr val="accent2"/>
                </a:solidFill>
                <a:latin typeface="Ubuntu Medium" panose="020B0504030602030204" pitchFamily="34" charset="0"/>
              </a:defRPr>
            </a:lvl1pPr>
          </a:lstStyle>
          <a:p>
            <a:pPr lvl="0"/>
            <a:r>
              <a:rPr lang="de-DE" dirty="0"/>
              <a:t>Zahl 1</a:t>
            </a:r>
          </a:p>
        </p:txBody>
      </p:sp>
      <p:sp>
        <p:nvSpPr>
          <p:cNvPr id="4" name="Textplatzhalter 5">
            <a:extLst>
              <a:ext uri="{FF2B5EF4-FFF2-40B4-BE49-F238E27FC236}">
                <a16:creationId xmlns:a16="http://schemas.microsoft.com/office/drawing/2014/main" id="{1468FD68-645E-0679-1767-2F9665B13A0C}"/>
              </a:ext>
            </a:extLst>
          </p:cNvPr>
          <p:cNvSpPr>
            <a:spLocks noGrp="1"/>
          </p:cNvSpPr>
          <p:nvPr>
            <p:ph type="body" sz="quarter" idx="11" hasCustomPrompt="1"/>
          </p:nvPr>
        </p:nvSpPr>
        <p:spPr>
          <a:xfrm>
            <a:off x="701964" y="2035829"/>
            <a:ext cx="3168072"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1</a:t>
            </a:r>
          </a:p>
        </p:txBody>
      </p:sp>
      <p:sp>
        <p:nvSpPr>
          <p:cNvPr id="5" name="Textplatzhalter 5">
            <a:extLst>
              <a:ext uri="{FF2B5EF4-FFF2-40B4-BE49-F238E27FC236}">
                <a16:creationId xmlns:a16="http://schemas.microsoft.com/office/drawing/2014/main" id="{38A44B0D-17CD-7315-A3D1-A74F93FB28F8}"/>
              </a:ext>
            </a:extLst>
          </p:cNvPr>
          <p:cNvSpPr>
            <a:spLocks noGrp="1"/>
          </p:cNvSpPr>
          <p:nvPr>
            <p:ph type="body" sz="quarter" idx="12" hasCustomPrompt="1"/>
          </p:nvPr>
        </p:nvSpPr>
        <p:spPr>
          <a:xfrm>
            <a:off x="8312728" y="1246908"/>
            <a:ext cx="3168072" cy="637310"/>
          </a:xfrm>
          <a:prstGeom prst="rect">
            <a:avLst/>
          </a:prstGeom>
        </p:spPr>
        <p:txBody>
          <a:bodyPr anchor="ctr"/>
          <a:lstStyle>
            <a:lvl1pPr marL="0" indent="0" algn="ctr">
              <a:buNone/>
              <a:defRPr sz="4800" b="0" i="0">
                <a:solidFill>
                  <a:schemeClr val="bg1"/>
                </a:solidFill>
                <a:latin typeface="Ubuntu Medium" panose="020B0504030602030204" pitchFamily="34" charset="0"/>
              </a:defRPr>
            </a:lvl1pPr>
          </a:lstStyle>
          <a:p>
            <a:pPr lvl="0"/>
            <a:r>
              <a:rPr lang="de-DE" dirty="0"/>
              <a:t>Zahl 3</a:t>
            </a:r>
          </a:p>
        </p:txBody>
      </p:sp>
      <p:sp>
        <p:nvSpPr>
          <p:cNvPr id="7" name="Textplatzhalter 5">
            <a:extLst>
              <a:ext uri="{FF2B5EF4-FFF2-40B4-BE49-F238E27FC236}">
                <a16:creationId xmlns:a16="http://schemas.microsoft.com/office/drawing/2014/main" id="{6E4380B2-B151-E700-AD45-7007252363B7}"/>
              </a:ext>
            </a:extLst>
          </p:cNvPr>
          <p:cNvSpPr>
            <a:spLocks noGrp="1"/>
          </p:cNvSpPr>
          <p:nvPr>
            <p:ph type="body" sz="quarter" idx="13" hasCustomPrompt="1"/>
          </p:nvPr>
        </p:nvSpPr>
        <p:spPr>
          <a:xfrm>
            <a:off x="8312728" y="2035829"/>
            <a:ext cx="3168072"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3</a:t>
            </a:r>
          </a:p>
        </p:txBody>
      </p:sp>
      <p:sp>
        <p:nvSpPr>
          <p:cNvPr id="8" name="Textplatzhalter 5">
            <a:extLst>
              <a:ext uri="{FF2B5EF4-FFF2-40B4-BE49-F238E27FC236}">
                <a16:creationId xmlns:a16="http://schemas.microsoft.com/office/drawing/2014/main" id="{E18755AE-8925-C715-5468-0ADBAD2C3B7F}"/>
              </a:ext>
            </a:extLst>
          </p:cNvPr>
          <p:cNvSpPr>
            <a:spLocks noGrp="1"/>
          </p:cNvSpPr>
          <p:nvPr>
            <p:ph type="body" sz="quarter" idx="14" hasCustomPrompt="1"/>
          </p:nvPr>
        </p:nvSpPr>
        <p:spPr>
          <a:xfrm>
            <a:off x="4507346" y="1246908"/>
            <a:ext cx="3168072" cy="637310"/>
          </a:xfrm>
          <a:prstGeom prst="rect">
            <a:avLst/>
          </a:prstGeom>
        </p:spPr>
        <p:txBody>
          <a:bodyPr anchor="ctr"/>
          <a:lstStyle>
            <a:lvl1pPr marL="0" indent="0" algn="ctr">
              <a:buNone/>
              <a:defRPr sz="4800" b="0" i="0">
                <a:solidFill>
                  <a:schemeClr val="accent3"/>
                </a:solidFill>
                <a:latin typeface="Ubuntu Medium" panose="020B0504030602030204" pitchFamily="34" charset="0"/>
              </a:defRPr>
            </a:lvl1pPr>
          </a:lstStyle>
          <a:p>
            <a:pPr lvl="0"/>
            <a:r>
              <a:rPr lang="de-DE" dirty="0"/>
              <a:t>Zahl 2</a:t>
            </a:r>
          </a:p>
        </p:txBody>
      </p:sp>
      <p:sp>
        <p:nvSpPr>
          <p:cNvPr id="10" name="Textplatzhalter 5">
            <a:extLst>
              <a:ext uri="{FF2B5EF4-FFF2-40B4-BE49-F238E27FC236}">
                <a16:creationId xmlns:a16="http://schemas.microsoft.com/office/drawing/2014/main" id="{5F58900E-E417-BC6C-C287-73899CA04916}"/>
              </a:ext>
            </a:extLst>
          </p:cNvPr>
          <p:cNvSpPr>
            <a:spLocks noGrp="1"/>
          </p:cNvSpPr>
          <p:nvPr>
            <p:ph type="body" sz="quarter" idx="15" hasCustomPrompt="1"/>
          </p:nvPr>
        </p:nvSpPr>
        <p:spPr>
          <a:xfrm>
            <a:off x="4507346" y="2035829"/>
            <a:ext cx="3168072"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2</a:t>
            </a:r>
          </a:p>
        </p:txBody>
      </p:sp>
      <p:sp>
        <p:nvSpPr>
          <p:cNvPr id="11" name="Textplatzhalter 5">
            <a:extLst>
              <a:ext uri="{FF2B5EF4-FFF2-40B4-BE49-F238E27FC236}">
                <a16:creationId xmlns:a16="http://schemas.microsoft.com/office/drawing/2014/main" id="{109FF839-7A3F-1E3E-7076-296A6CC894E7}"/>
              </a:ext>
            </a:extLst>
          </p:cNvPr>
          <p:cNvSpPr>
            <a:spLocks noGrp="1"/>
          </p:cNvSpPr>
          <p:nvPr>
            <p:ph type="body" sz="quarter" idx="16" hasCustomPrompt="1"/>
          </p:nvPr>
        </p:nvSpPr>
        <p:spPr>
          <a:xfrm>
            <a:off x="701964" y="4322617"/>
            <a:ext cx="3168072" cy="637310"/>
          </a:xfrm>
          <a:prstGeom prst="rect">
            <a:avLst/>
          </a:prstGeom>
        </p:spPr>
        <p:txBody>
          <a:bodyPr anchor="ctr"/>
          <a:lstStyle>
            <a:lvl1pPr marL="0" indent="0" algn="ctr">
              <a:buNone/>
              <a:defRPr sz="4800" b="0" i="0">
                <a:solidFill>
                  <a:schemeClr val="accent3">
                    <a:lumMod val="75000"/>
                  </a:schemeClr>
                </a:solidFill>
                <a:latin typeface="Ubuntu Medium" panose="020B0504030602030204" pitchFamily="34" charset="0"/>
              </a:defRPr>
            </a:lvl1pPr>
          </a:lstStyle>
          <a:p>
            <a:pPr lvl="0"/>
            <a:r>
              <a:rPr lang="de-DE" dirty="0"/>
              <a:t>Zahl 4</a:t>
            </a:r>
          </a:p>
        </p:txBody>
      </p:sp>
      <p:sp>
        <p:nvSpPr>
          <p:cNvPr id="12" name="Textplatzhalter 5">
            <a:extLst>
              <a:ext uri="{FF2B5EF4-FFF2-40B4-BE49-F238E27FC236}">
                <a16:creationId xmlns:a16="http://schemas.microsoft.com/office/drawing/2014/main" id="{71DB7D5A-F3C3-5FA1-E46F-4F72E6C72BED}"/>
              </a:ext>
            </a:extLst>
          </p:cNvPr>
          <p:cNvSpPr>
            <a:spLocks noGrp="1"/>
          </p:cNvSpPr>
          <p:nvPr>
            <p:ph type="body" sz="quarter" idx="17" hasCustomPrompt="1"/>
          </p:nvPr>
        </p:nvSpPr>
        <p:spPr>
          <a:xfrm>
            <a:off x="701964" y="5111538"/>
            <a:ext cx="3168072"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4</a:t>
            </a:r>
          </a:p>
        </p:txBody>
      </p:sp>
      <p:sp>
        <p:nvSpPr>
          <p:cNvPr id="21" name="Textplatzhalter 5">
            <a:extLst>
              <a:ext uri="{FF2B5EF4-FFF2-40B4-BE49-F238E27FC236}">
                <a16:creationId xmlns:a16="http://schemas.microsoft.com/office/drawing/2014/main" id="{6E03C054-492C-6067-3663-3F80CDF14A31}"/>
              </a:ext>
            </a:extLst>
          </p:cNvPr>
          <p:cNvSpPr>
            <a:spLocks noGrp="1"/>
          </p:cNvSpPr>
          <p:nvPr>
            <p:ph type="body" sz="quarter" idx="18" hasCustomPrompt="1"/>
          </p:nvPr>
        </p:nvSpPr>
        <p:spPr>
          <a:xfrm>
            <a:off x="8312728" y="4322617"/>
            <a:ext cx="3168072" cy="637310"/>
          </a:xfrm>
          <a:prstGeom prst="rect">
            <a:avLst/>
          </a:prstGeom>
        </p:spPr>
        <p:txBody>
          <a:bodyPr anchor="ctr"/>
          <a:lstStyle>
            <a:lvl1pPr marL="0" indent="0" algn="ctr">
              <a:buNone/>
              <a:defRPr sz="4800" b="0" i="0">
                <a:solidFill>
                  <a:schemeClr val="accent1">
                    <a:lumMod val="25000"/>
                    <a:lumOff val="75000"/>
                  </a:schemeClr>
                </a:solidFill>
                <a:latin typeface="Ubuntu Medium" panose="020B0504030602030204" pitchFamily="34" charset="0"/>
              </a:defRPr>
            </a:lvl1pPr>
          </a:lstStyle>
          <a:p>
            <a:pPr lvl="0"/>
            <a:r>
              <a:rPr lang="de-DE" dirty="0"/>
              <a:t>Zahl 6</a:t>
            </a:r>
          </a:p>
        </p:txBody>
      </p:sp>
      <p:sp>
        <p:nvSpPr>
          <p:cNvPr id="22" name="Textplatzhalter 5">
            <a:extLst>
              <a:ext uri="{FF2B5EF4-FFF2-40B4-BE49-F238E27FC236}">
                <a16:creationId xmlns:a16="http://schemas.microsoft.com/office/drawing/2014/main" id="{0A6BAFA5-3B8A-B55E-4E22-BB27744A826D}"/>
              </a:ext>
            </a:extLst>
          </p:cNvPr>
          <p:cNvSpPr>
            <a:spLocks noGrp="1"/>
          </p:cNvSpPr>
          <p:nvPr>
            <p:ph type="body" sz="quarter" idx="19" hasCustomPrompt="1"/>
          </p:nvPr>
        </p:nvSpPr>
        <p:spPr>
          <a:xfrm>
            <a:off x="8312728" y="5111538"/>
            <a:ext cx="3168072"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6</a:t>
            </a:r>
          </a:p>
        </p:txBody>
      </p:sp>
      <p:sp>
        <p:nvSpPr>
          <p:cNvPr id="23" name="Textplatzhalter 5">
            <a:extLst>
              <a:ext uri="{FF2B5EF4-FFF2-40B4-BE49-F238E27FC236}">
                <a16:creationId xmlns:a16="http://schemas.microsoft.com/office/drawing/2014/main" id="{5A14713C-A841-1D39-C764-1EB552772C3C}"/>
              </a:ext>
            </a:extLst>
          </p:cNvPr>
          <p:cNvSpPr>
            <a:spLocks noGrp="1"/>
          </p:cNvSpPr>
          <p:nvPr>
            <p:ph type="body" sz="quarter" idx="20" hasCustomPrompt="1"/>
          </p:nvPr>
        </p:nvSpPr>
        <p:spPr>
          <a:xfrm>
            <a:off x="4507346" y="4322617"/>
            <a:ext cx="3168072" cy="637310"/>
          </a:xfrm>
          <a:prstGeom prst="rect">
            <a:avLst/>
          </a:prstGeom>
        </p:spPr>
        <p:txBody>
          <a:bodyPr anchor="ctr"/>
          <a:lstStyle>
            <a:lvl1pPr marL="0" indent="0" algn="ctr">
              <a:buNone/>
              <a:defRPr sz="4800" b="0" i="0">
                <a:solidFill>
                  <a:schemeClr val="accent2">
                    <a:lumMod val="60000"/>
                    <a:lumOff val="40000"/>
                  </a:schemeClr>
                </a:solidFill>
                <a:latin typeface="Ubuntu Medium" panose="020B0504030602030204" pitchFamily="34" charset="0"/>
              </a:defRPr>
            </a:lvl1pPr>
          </a:lstStyle>
          <a:p>
            <a:pPr lvl="0"/>
            <a:r>
              <a:rPr lang="de-DE" dirty="0"/>
              <a:t>Zahl 5</a:t>
            </a:r>
          </a:p>
        </p:txBody>
      </p:sp>
      <p:sp>
        <p:nvSpPr>
          <p:cNvPr id="24" name="Textplatzhalter 5">
            <a:extLst>
              <a:ext uri="{FF2B5EF4-FFF2-40B4-BE49-F238E27FC236}">
                <a16:creationId xmlns:a16="http://schemas.microsoft.com/office/drawing/2014/main" id="{163CA75C-9A4F-FE4E-EBE9-212064F1A8F0}"/>
              </a:ext>
            </a:extLst>
          </p:cNvPr>
          <p:cNvSpPr>
            <a:spLocks noGrp="1"/>
          </p:cNvSpPr>
          <p:nvPr>
            <p:ph type="body" sz="quarter" idx="21" hasCustomPrompt="1"/>
          </p:nvPr>
        </p:nvSpPr>
        <p:spPr>
          <a:xfrm>
            <a:off x="4507346" y="5111538"/>
            <a:ext cx="3168072" cy="378692"/>
          </a:xfrm>
          <a:prstGeom prst="rect">
            <a:avLst/>
          </a:prstGeom>
        </p:spPr>
        <p:txBody>
          <a:bodyPr anchor="t"/>
          <a:lstStyle>
            <a:lvl1pPr marL="0" indent="0" algn="ctr">
              <a:lnSpc>
                <a:spcPct val="100000"/>
              </a:lnSpc>
              <a:buNone/>
              <a:defRPr sz="1800" b="0" i="0">
                <a:solidFill>
                  <a:schemeClr val="bg1"/>
                </a:solidFill>
                <a:latin typeface="Ubuntu Light" panose="020B0304030602030204" pitchFamily="34" charset="0"/>
              </a:defRPr>
            </a:lvl1pPr>
          </a:lstStyle>
          <a:p>
            <a:pPr lvl="0"/>
            <a:r>
              <a:rPr lang="de-DE" dirty="0"/>
              <a:t>Beschreibung zur Zahl 5</a:t>
            </a:r>
          </a:p>
        </p:txBody>
      </p:sp>
      <p:cxnSp>
        <p:nvCxnSpPr>
          <p:cNvPr id="25" name="Gerade Verbindung 24">
            <a:extLst>
              <a:ext uri="{FF2B5EF4-FFF2-40B4-BE49-F238E27FC236}">
                <a16:creationId xmlns:a16="http://schemas.microsoft.com/office/drawing/2014/main" id="{C84973B8-33BD-D01F-CDA4-82D7AF7E8997}"/>
              </a:ext>
            </a:extLst>
          </p:cNvPr>
          <p:cNvCxnSpPr>
            <a:cxnSpLocks/>
          </p:cNvCxnSpPr>
          <p:nvPr userDrawn="1"/>
        </p:nvCxnSpPr>
        <p:spPr>
          <a:xfrm>
            <a:off x="4202463" y="4344075"/>
            <a:ext cx="0" cy="1951076"/>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6" name="Gerade Verbindung 25">
            <a:extLst>
              <a:ext uri="{FF2B5EF4-FFF2-40B4-BE49-F238E27FC236}">
                <a16:creationId xmlns:a16="http://schemas.microsoft.com/office/drawing/2014/main" id="{817F97AE-E2E6-F51D-EE1E-5EAB43ED1F4C}"/>
              </a:ext>
            </a:extLst>
          </p:cNvPr>
          <p:cNvCxnSpPr>
            <a:cxnSpLocks/>
          </p:cNvCxnSpPr>
          <p:nvPr userDrawn="1"/>
        </p:nvCxnSpPr>
        <p:spPr>
          <a:xfrm>
            <a:off x="8012464" y="4344075"/>
            <a:ext cx="0" cy="1951076"/>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7" name="Gerade Verbindung 26">
            <a:extLst>
              <a:ext uri="{FF2B5EF4-FFF2-40B4-BE49-F238E27FC236}">
                <a16:creationId xmlns:a16="http://schemas.microsoft.com/office/drawing/2014/main" id="{4552C46B-84EB-112D-FA6E-20AF205BB21E}"/>
              </a:ext>
            </a:extLst>
          </p:cNvPr>
          <p:cNvCxnSpPr>
            <a:cxnSpLocks/>
          </p:cNvCxnSpPr>
          <p:nvPr userDrawn="1"/>
        </p:nvCxnSpPr>
        <p:spPr>
          <a:xfrm>
            <a:off x="4202463" y="604206"/>
            <a:ext cx="0" cy="1951076"/>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8" name="Gerade Verbindung 27">
            <a:extLst>
              <a:ext uri="{FF2B5EF4-FFF2-40B4-BE49-F238E27FC236}">
                <a16:creationId xmlns:a16="http://schemas.microsoft.com/office/drawing/2014/main" id="{D598AED8-2E23-DF46-571D-3949C1942CBB}"/>
              </a:ext>
            </a:extLst>
          </p:cNvPr>
          <p:cNvCxnSpPr>
            <a:cxnSpLocks/>
          </p:cNvCxnSpPr>
          <p:nvPr userDrawn="1"/>
        </p:nvCxnSpPr>
        <p:spPr>
          <a:xfrm flipH="1">
            <a:off x="1064708" y="3536667"/>
            <a:ext cx="1022248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Gerade Verbindung 28">
            <a:extLst>
              <a:ext uri="{FF2B5EF4-FFF2-40B4-BE49-F238E27FC236}">
                <a16:creationId xmlns:a16="http://schemas.microsoft.com/office/drawing/2014/main" id="{25648A0E-E978-F6E0-3C25-BB0292A846B7}"/>
              </a:ext>
            </a:extLst>
          </p:cNvPr>
          <p:cNvCxnSpPr>
            <a:cxnSpLocks/>
          </p:cNvCxnSpPr>
          <p:nvPr userDrawn="1"/>
        </p:nvCxnSpPr>
        <p:spPr>
          <a:xfrm>
            <a:off x="7997628" y="604206"/>
            <a:ext cx="0" cy="1951076"/>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 name="Grafik 1">
            <a:extLst>
              <a:ext uri="{FF2B5EF4-FFF2-40B4-BE49-F238E27FC236}">
                <a16:creationId xmlns:a16="http://schemas.microsoft.com/office/drawing/2014/main" id="{4911A63E-F802-FAA5-A319-54F622F22FA2}"/>
              </a:ext>
            </a:extLst>
          </p:cNvPr>
          <p:cNvPicPr>
            <a:picLocks noChangeAspect="1"/>
          </p:cNvPicPr>
          <p:nvPr userDrawn="1"/>
        </p:nvPicPr>
        <p:blipFill>
          <a:blip r:embed="rId2">
            <a:lum bright="100000"/>
          </a:blip>
          <a:stretch>
            <a:fillRect/>
          </a:stretch>
        </p:blipFill>
        <p:spPr>
          <a:xfrm>
            <a:off x="11023313" y="72981"/>
            <a:ext cx="981652" cy="525574"/>
          </a:xfrm>
          <a:prstGeom prst="rect">
            <a:avLst/>
          </a:prstGeom>
          <a:noFill/>
        </p:spPr>
      </p:pic>
    </p:spTree>
    <p:extLst>
      <p:ext uri="{BB962C8B-B14F-4D97-AF65-F5344CB8AC3E}">
        <p14:creationId xmlns:p14="http://schemas.microsoft.com/office/powerpoint/2010/main" val="8892969"/>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phone">
    <p:bg>
      <p:bgPr>
        <a:solidFill>
          <a:schemeClr val="bg1"/>
        </a:solidFill>
        <a:effectLst/>
      </p:bgPr>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89CC795B-F130-102A-A96D-C36725C13E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74426" y="986319"/>
            <a:ext cx="2839969" cy="5611506"/>
          </a:xfrm>
          <a:prstGeom prst="rect">
            <a:avLst/>
          </a:prstGeom>
        </p:spPr>
      </p:pic>
      <p:sp>
        <p:nvSpPr>
          <p:cNvPr id="13" name="Bildplatzhalter 17">
            <a:extLst>
              <a:ext uri="{FF2B5EF4-FFF2-40B4-BE49-F238E27FC236}">
                <a16:creationId xmlns:a16="http://schemas.microsoft.com/office/drawing/2014/main" id="{ABFF1C38-0DF8-C472-640E-CB9FA5332AF4}"/>
              </a:ext>
            </a:extLst>
          </p:cNvPr>
          <p:cNvSpPr>
            <a:spLocks noGrp="1"/>
          </p:cNvSpPr>
          <p:nvPr>
            <p:ph type="pic" sz="quarter" idx="14" hasCustomPrompt="1"/>
          </p:nvPr>
        </p:nvSpPr>
        <p:spPr>
          <a:xfrm>
            <a:off x="4839871" y="1115118"/>
            <a:ext cx="2509080" cy="5326230"/>
          </a:xfrm>
          <a:prstGeom prst="roundRect">
            <a:avLst>
              <a:gd name="adj" fmla="val 13064"/>
            </a:avLst>
          </a:prstGeom>
          <a:solidFill>
            <a:schemeClr val="bg1"/>
          </a:solidFill>
        </p:spPr>
        <p:txBody>
          <a:bodyPr anchor="ctr"/>
          <a:lstStyle>
            <a:lvl1pPr marL="0" indent="0" algn="ctr">
              <a:buNone/>
              <a:defRPr sz="1200">
                <a:solidFill>
                  <a:schemeClr val="tx1"/>
                </a:solidFill>
                <a:latin typeface="Ubuntu" panose="020B0504030602030204" pitchFamily="34" charset="0"/>
              </a:defRPr>
            </a:lvl1pPr>
          </a:lstStyle>
          <a:p>
            <a:r>
              <a:rPr lang="de-DE" dirty="0"/>
              <a:t>Bild einsetzen</a:t>
            </a:r>
          </a:p>
        </p:txBody>
      </p:sp>
      <p:pic>
        <p:nvPicPr>
          <p:cNvPr id="14" name="Grafik 13">
            <a:extLst>
              <a:ext uri="{FF2B5EF4-FFF2-40B4-BE49-F238E27FC236}">
                <a16:creationId xmlns:a16="http://schemas.microsoft.com/office/drawing/2014/main" id="{F4F9A047-C1A5-58C2-FFE6-9FDE843B8A8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6719" y="1181121"/>
            <a:ext cx="2955381" cy="293757"/>
          </a:xfrm>
          <a:prstGeom prst="rect">
            <a:avLst/>
          </a:prstGeom>
        </p:spPr>
      </p:pic>
      <p:sp>
        <p:nvSpPr>
          <p:cNvPr id="15" name="Titel 4">
            <a:extLst>
              <a:ext uri="{FF2B5EF4-FFF2-40B4-BE49-F238E27FC236}">
                <a16:creationId xmlns:a16="http://schemas.microsoft.com/office/drawing/2014/main" id="{435903F0-6BB5-BA44-77D7-20A5DAF83A9A}"/>
              </a:ext>
            </a:extLst>
          </p:cNvPr>
          <p:cNvSpPr>
            <a:spLocks noGrp="1"/>
          </p:cNvSpPr>
          <p:nvPr>
            <p:ph type="title"/>
          </p:nvPr>
        </p:nvSpPr>
        <p:spPr>
          <a:xfrm>
            <a:off x="611148" y="177922"/>
            <a:ext cx="10171112" cy="503115"/>
          </a:xfrm>
        </p:spPr>
        <p:txBody>
          <a:bodyPr/>
          <a:lstStyle>
            <a:lvl1pPr>
              <a:defRPr sz="2800">
                <a:solidFill>
                  <a:schemeClr val="accent4"/>
                </a:solidFill>
              </a:defRPr>
            </a:lvl1pPr>
          </a:lstStyle>
          <a:p>
            <a:r>
              <a:rPr lang="de-DE"/>
              <a:t>Mastertitelformat bearbeiten</a:t>
            </a:r>
          </a:p>
        </p:txBody>
      </p:sp>
    </p:spTree>
    <p:extLst>
      <p:ext uri="{BB962C8B-B14F-4D97-AF65-F5344CB8AC3E}">
        <p14:creationId xmlns:p14="http://schemas.microsoft.com/office/powerpoint/2010/main" val="24485295"/>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acbook">
    <p:bg>
      <p:bgPr>
        <a:solidFill>
          <a:schemeClr val="bg1"/>
        </a:solidFill>
        <a:effectLst/>
      </p:bgPr>
    </p:bg>
    <p:spTree>
      <p:nvGrpSpPr>
        <p:cNvPr id="1" name=""/>
        <p:cNvGrpSpPr/>
        <p:nvPr/>
      </p:nvGrpSpPr>
      <p:grpSpPr>
        <a:xfrm>
          <a:off x="0" y="0"/>
          <a:ext cx="0" cy="0"/>
          <a:chOff x="0" y="0"/>
          <a:chExt cx="0" cy="0"/>
        </a:xfrm>
      </p:grpSpPr>
      <p:sp>
        <p:nvSpPr>
          <p:cNvPr id="15" name="Titel 4">
            <a:extLst>
              <a:ext uri="{FF2B5EF4-FFF2-40B4-BE49-F238E27FC236}">
                <a16:creationId xmlns:a16="http://schemas.microsoft.com/office/drawing/2014/main" id="{435903F0-6BB5-BA44-77D7-20A5DAF83A9A}"/>
              </a:ext>
            </a:extLst>
          </p:cNvPr>
          <p:cNvSpPr>
            <a:spLocks noGrp="1"/>
          </p:cNvSpPr>
          <p:nvPr>
            <p:ph type="title"/>
          </p:nvPr>
        </p:nvSpPr>
        <p:spPr>
          <a:xfrm>
            <a:off x="611148" y="177922"/>
            <a:ext cx="10171112" cy="503115"/>
          </a:xfrm>
        </p:spPr>
        <p:txBody>
          <a:bodyPr/>
          <a:lstStyle>
            <a:lvl1pPr>
              <a:defRPr sz="2800">
                <a:solidFill>
                  <a:schemeClr val="accent4"/>
                </a:solidFill>
              </a:defRPr>
            </a:lvl1pPr>
          </a:lstStyle>
          <a:p>
            <a:r>
              <a:rPr lang="de-DE"/>
              <a:t>Mastertitelformat bearbeiten</a:t>
            </a:r>
          </a:p>
        </p:txBody>
      </p:sp>
      <p:pic>
        <p:nvPicPr>
          <p:cNvPr id="2" name="Grafik 1">
            <a:extLst>
              <a:ext uri="{FF2B5EF4-FFF2-40B4-BE49-F238E27FC236}">
                <a16:creationId xmlns:a16="http://schemas.microsoft.com/office/drawing/2014/main" id="{95C3AFAC-B84B-A872-D860-4D1FFC81615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97035" y="745929"/>
            <a:ext cx="10594752" cy="5959549"/>
          </a:xfrm>
          <a:prstGeom prst="rect">
            <a:avLst/>
          </a:prstGeom>
        </p:spPr>
      </p:pic>
      <p:sp>
        <p:nvSpPr>
          <p:cNvPr id="3" name="Bildplatzhalter 17">
            <a:extLst>
              <a:ext uri="{FF2B5EF4-FFF2-40B4-BE49-F238E27FC236}">
                <a16:creationId xmlns:a16="http://schemas.microsoft.com/office/drawing/2014/main" id="{2F5EC96E-BED7-E47A-A414-17590E4D0DFA}"/>
              </a:ext>
            </a:extLst>
          </p:cNvPr>
          <p:cNvSpPr>
            <a:spLocks noGrp="1"/>
          </p:cNvSpPr>
          <p:nvPr>
            <p:ph type="pic" sz="quarter" idx="14" hasCustomPrompt="1"/>
          </p:nvPr>
        </p:nvSpPr>
        <p:spPr>
          <a:xfrm>
            <a:off x="2787808" y="1375088"/>
            <a:ext cx="6613205" cy="4408612"/>
          </a:xfrm>
          <a:prstGeom prst="round2SameRect">
            <a:avLst>
              <a:gd name="adj1" fmla="val 3846"/>
              <a:gd name="adj2" fmla="val 0"/>
            </a:avLst>
          </a:prstGeom>
          <a:solidFill>
            <a:schemeClr val="bg1"/>
          </a:solidFill>
        </p:spPr>
        <p:txBody>
          <a:bodyPr anchor="ctr"/>
          <a:lstStyle>
            <a:lvl1pPr marL="0" indent="0" algn="ctr">
              <a:buNone/>
              <a:defRPr sz="1200">
                <a:solidFill>
                  <a:schemeClr val="tx1"/>
                </a:solidFill>
                <a:latin typeface="Ubuntu" panose="020B0504030602030204" pitchFamily="34" charset="0"/>
              </a:defRPr>
            </a:lvl1pPr>
          </a:lstStyle>
          <a:p>
            <a:r>
              <a:rPr lang="de-DE" dirty="0"/>
              <a:t>Bild einsetzen</a:t>
            </a:r>
          </a:p>
        </p:txBody>
      </p:sp>
    </p:spTree>
    <p:extLst>
      <p:ext uri="{BB962C8B-B14F-4D97-AF65-F5344CB8AC3E}">
        <p14:creationId xmlns:p14="http://schemas.microsoft.com/office/powerpoint/2010/main" val="1463959100"/>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Überschrift - leer">
    <p:spTree>
      <p:nvGrpSpPr>
        <p:cNvPr id="1" name=""/>
        <p:cNvGrpSpPr/>
        <p:nvPr/>
      </p:nvGrpSpPr>
      <p:grpSpPr>
        <a:xfrm>
          <a:off x="0" y="0"/>
          <a:ext cx="0" cy="0"/>
          <a:chOff x="0" y="0"/>
          <a:chExt cx="0" cy="0"/>
        </a:xfrm>
      </p:grpSpPr>
      <p:sp>
        <p:nvSpPr>
          <p:cNvPr id="3" name="Titel 4">
            <a:extLst>
              <a:ext uri="{FF2B5EF4-FFF2-40B4-BE49-F238E27FC236}">
                <a16:creationId xmlns:a16="http://schemas.microsoft.com/office/drawing/2014/main" id="{11632F92-7894-0F28-CB9D-B3705295371B}"/>
              </a:ext>
            </a:extLst>
          </p:cNvPr>
          <p:cNvSpPr>
            <a:spLocks noGrp="1"/>
          </p:cNvSpPr>
          <p:nvPr>
            <p:ph type="title"/>
          </p:nvPr>
        </p:nvSpPr>
        <p:spPr>
          <a:xfrm>
            <a:off x="611148" y="177922"/>
            <a:ext cx="10171112" cy="503115"/>
          </a:xfrm>
        </p:spPr>
        <p:txBody>
          <a:bodyPr/>
          <a:lstStyle>
            <a:lvl1pPr>
              <a:defRPr sz="2800">
                <a:solidFill>
                  <a:schemeClr val="accent4"/>
                </a:solidFill>
              </a:defRPr>
            </a:lvl1pPr>
          </a:lstStyle>
          <a:p>
            <a:r>
              <a:rPr lang="de-DE"/>
              <a:t>Mastertitelformat bearbeiten</a:t>
            </a:r>
          </a:p>
        </p:txBody>
      </p:sp>
      <p:sp>
        <p:nvSpPr>
          <p:cNvPr id="8" name="Textplatzhalter 8">
            <a:extLst>
              <a:ext uri="{FF2B5EF4-FFF2-40B4-BE49-F238E27FC236}">
                <a16:creationId xmlns:a16="http://schemas.microsoft.com/office/drawing/2014/main" id="{1E5969B6-B2BB-9EB7-254A-25EFBF17D75A}"/>
              </a:ext>
            </a:extLst>
          </p:cNvPr>
          <p:cNvSpPr>
            <a:spLocks noGrp="1"/>
          </p:cNvSpPr>
          <p:nvPr>
            <p:ph type="body" sz="quarter" idx="13" hasCustomPrompt="1"/>
          </p:nvPr>
        </p:nvSpPr>
        <p:spPr>
          <a:xfrm>
            <a:off x="611189" y="838200"/>
            <a:ext cx="10171112" cy="406398"/>
          </a:xfrm>
        </p:spPr>
        <p:txBody>
          <a:bodyPr>
            <a:normAutofit/>
          </a:bodyPr>
          <a:lstStyle>
            <a:lvl1pPr marL="0" indent="0">
              <a:buNone/>
              <a:defRPr sz="1600" b="0" i="0">
                <a:latin typeface="Ubuntu" panose="020B0504030602030204" pitchFamily="34" charset="0"/>
              </a:defRPr>
            </a:lvl1pPr>
          </a:lstStyle>
          <a:p>
            <a:pPr lvl="0"/>
            <a:r>
              <a:rPr lang="de-DE"/>
              <a:t>Untertitel bearbeiten</a:t>
            </a:r>
          </a:p>
        </p:txBody>
      </p:sp>
    </p:spTree>
    <p:extLst>
      <p:ext uri="{BB962C8B-B14F-4D97-AF65-F5344CB8AC3E}">
        <p14:creationId xmlns:p14="http://schemas.microsoft.com/office/powerpoint/2010/main" val="2384806574"/>
      </p:ext>
    </p:extLst>
  </p:cSld>
  <p:clrMapOvr>
    <a:masterClrMapping/>
  </p:clrMapOvr>
  <p:transition spd="slow">
    <p:push di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Überschrift - Fließtext">
    <p:spTree>
      <p:nvGrpSpPr>
        <p:cNvPr id="1" name=""/>
        <p:cNvGrpSpPr/>
        <p:nvPr/>
      </p:nvGrpSpPr>
      <p:grpSpPr>
        <a:xfrm>
          <a:off x="0" y="0"/>
          <a:ext cx="0" cy="0"/>
          <a:chOff x="0" y="0"/>
          <a:chExt cx="0" cy="0"/>
        </a:xfrm>
      </p:grpSpPr>
      <p:sp>
        <p:nvSpPr>
          <p:cNvPr id="17" name="Textplatzhalter 16">
            <a:extLst>
              <a:ext uri="{FF2B5EF4-FFF2-40B4-BE49-F238E27FC236}">
                <a16:creationId xmlns:a16="http://schemas.microsoft.com/office/drawing/2014/main" id="{B92300DD-C651-264E-8F9F-0387C15C9FCB}"/>
              </a:ext>
            </a:extLst>
          </p:cNvPr>
          <p:cNvSpPr>
            <a:spLocks noGrp="1"/>
          </p:cNvSpPr>
          <p:nvPr>
            <p:ph type="body" sz="quarter" idx="22" hasCustomPrompt="1"/>
          </p:nvPr>
        </p:nvSpPr>
        <p:spPr>
          <a:xfrm>
            <a:off x="622421" y="1676399"/>
            <a:ext cx="10512425" cy="4298295"/>
          </a:xfrm>
          <a:prstGeom prst="rect">
            <a:avLst/>
          </a:prstGeom>
        </p:spPr>
        <p:txBody>
          <a:bodyPr>
            <a:normAutofit/>
          </a:bodyPr>
          <a:lstStyle>
            <a:lvl1pPr marL="0" indent="0">
              <a:buFont typeface="Arial" panose="020B0604020202020204" pitchFamily="34" charset="0"/>
              <a:buNone/>
              <a:defRPr sz="2000" b="0" i="0">
                <a:latin typeface="Ubuntu Light" panose="020B0304030602030204" pitchFamily="34" charset="0"/>
              </a:defRPr>
            </a:lvl1pPr>
          </a:lstStyle>
          <a:p>
            <a:r>
              <a:rPr lang="de-DE">
                <a:cs typeface="Segoe UI Semilight" panose="020B0402040204020203" pitchFamily="34" charset="0"/>
              </a:rPr>
              <a:t>Hier steht ein langer Fließtext.</a:t>
            </a:r>
          </a:p>
        </p:txBody>
      </p:sp>
      <p:sp>
        <p:nvSpPr>
          <p:cNvPr id="8" name="Titel 4">
            <a:extLst>
              <a:ext uri="{FF2B5EF4-FFF2-40B4-BE49-F238E27FC236}">
                <a16:creationId xmlns:a16="http://schemas.microsoft.com/office/drawing/2014/main" id="{DA00F250-3507-011B-A69E-176C17D306B2}"/>
              </a:ext>
            </a:extLst>
          </p:cNvPr>
          <p:cNvSpPr>
            <a:spLocks noGrp="1"/>
          </p:cNvSpPr>
          <p:nvPr>
            <p:ph type="title"/>
          </p:nvPr>
        </p:nvSpPr>
        <p:spPr>
          <a:xfrm>
            <a:off x="611148" y="177922"/>
            <a:ext cx="10171112" cy="503115"/>
          </a:xfrm>
        </p:spPr>
        <p:txBody>
          <a:bodyPr/>
          <a:lstStyle>
            <a:lvl1pPr>
              <a:defRPr sz="2800">
                <a:solidFill>
                  <a:schemeClr val="accent4"/>
                </a:solidFill>
              </a:defRPr>
            </a:lvl1pPr>
          </a:lstStyle>
          <a:p>
            <a:r>
              <a:rPr lang="de-DE"/>
              <a:t>Mastertitelformat bearbeiten</a:t>
            </a:r>
          </a:p>
        </p:txBody>
      </p:sp>
      <p:sp>
        <p:nvSpPr>
          <p:cNvPr id="9" name="Textplatzhalter 8">
            <a:extLst>
              <a:ext uri="{FF2B5EF4-FFF2-40B4-BE49-F238E27FC236}">
                <a16:creationId xmlns:a16="http://schemas.microsoft.com/office/drawing/2014/main" id="{DB445A77-4037-2ADC-EB9C-39E231201DAE}"/>
              </a:ext>
            </a:extLst>
          </p:cNvPr>
          <p:cNvSpPr>
            <a:spLocks noGrp="1"/>
          </p:cNvSpPr>
          <p:nvPr>
            <p:ph type="body" sz="quarter" idx="13" hasCustomPrompt="1"/>
          </p:nvPr>
        </p:nvSpPr>
        <p:spPr>
          <a:xfrm>
            <a:off x="611189" y="838200"/>
            <a:ext cx="10171112" cy="406398"/>
          </a:xfrm>
        </p:spPr>
        <p:txBody>
          <a:bodyPr>
            <a:normAutofit/>
          </a:bodyPr>
          <a:lstStyle>
            <a:lvl1pPr marL="0" indent="0">
              <a:buNone/>
              <a:defRPr sz="1600" b="0" i="0">
                <a:latin typeface="Ubuntu" panose="020B0504030602030204" pitchFamily="34" charset="0"/>
              </a:defRPr>
            </a:lvl1pPr>
          </a:lstStyle>
          <a:p>
            <a:pPr lvl="0"/>
            <a:r>
              <a:rPr lang="de-DE"/>
              <a:t>Untertitel bearbeiten</a:t>
            </a:r>
          </a:p>
        </p:txBody>
      </p:sp>
    </p:spTree>
    <p:extLst>
      <p:ext uri="{BB962C8B-B14F-4D97-AF65-F5344CB8AC3E}">
        <p14:creationId xmlns:p14="http://schemas.microsoft.com/office/powerpoint/2010/main" val="1576645964"/>
      </p:ext>
    </p:extLst>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Überschrift - Aufzählung">
    <p:spTree>
      <p:nvGrpSpPr>
        <p:cNvPr id="1" name=""/>
        <p:cNvGrpSpPr/>
        <p:nvPr/>
      </p:nvGrpSpPr>
      <p:grpSpPr>
        <a:xfrm>
          <a:off x="0" y="0"/>
          <a:ext cx="0" cy="0"/>
          <a:chOff x="0" y="0"/>
          <a:chExt cx="0" cy="0"/>
        </a:xfrm>
      </p:grpSpPr>
      <p:sp>
        <p:nvSpPr>
          <p:cNvPr id="7" name="Textplatzhalter 6">
            <a:extLst>
              <a:ext uri="{FF2B5EF4-FFF2-40B4-BE49-F238E27FC236}">
                <a16:creationId xmlns:a16="http://schemas.microsoft.com/office/drawing/2014/main" id="{FC93D4BF-F477-46FF-B5FA-A61E7FF1C380}"/>
              </a:ext>
            </a:extLst>
          </p:cNvPr>
          <p:cNvSpPr>
            <a:spLocks noGrp="1"/>
          </p:cNvSpPr>
          <p:nvPr>
            <p:ph type="body" sz="quarter" idx="26"/>
          </p:nvPr>
        </p:nvSpPr>
        <p:spPr>
          <a:xfrm>
            <a:off x="611188" y="1778000"/>
            <a:ext cx="10512425" cy="4446587"/>
          </a:xfrm>
        </p:spPr>
        <p:txBody>
          <a:bodyPr>
            <a:normAutofit/>
          </a:bodyPr>
          <a:lstStyle>
            <a:lvl1pPr>
              <a:buClr>
                <a:schemeClr val="accent2"/>
              </a:buClr>
              <a:defRPr sz="2000"/>
            </a:lvl1pPr>
            <a:lvl2pPr>
              <a:buClr>
                <a:schemeClr val="accent2"/>
              </a:buClr>
              <a:defRPr sz="1800"/>
            </a:lvl2pPr>
            <a:lvl3pPr>
              <a:buClr>
                <a:schemeClr val="accent2"/>
              </a:buClr>
              <a:defRPr sz="1800"/>
            </a:lvl3pPr>
            <a:lvl4pPr>
              <a:buClr>
                <a:schemeClr val="accent2"/>
              </a:buClr>
              <a:defRPr sz="1600"/>
            </a:lvl4pPr>
            <a:lvl5pPr>
              <a:buClr>
                <a:schemeClr val="accent2"/>
              </a:buClr>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Titel 4">
            <a:extLst>
              <a:ext uri="{FF2B5EF4-FFF2-40B4-BE49-F238E27FC236}">
                <a16:creationId xmlns:a16="http://schemas.microsoft.com/office/drawing/2014/main" id="{853BBF0E-501A-3D33-151B-8D6801ACC202}"/>
              </a:ext>
            </a:extLst>
          </p:cNvPr>
          <p:cNvSpPr>
            <a:spLocks noGrp="1"/>
          </p:cNvSpPr>
          <p:nvPr>
            <p:ph type="title"/>
          </p:nvPr>
        </p:nvSpPr>
        <p:spPr>
          <a:xfrm>
            <a:off x="611148" y="177922"/>
            <a:ext cx="10171112" cy="503115"/>
          </a:xfrm>
        </p:spPr>
        <p:txBody>
          <a:bodyPr/>
          <a:lstStyle>
            <a:lvl1pPr>
              <a:defRPr sz="2800">
                <a:solidFill>
                  <a:schemeClr val="accent4"/>
                </a:solidFill>
              </a:defRPr>
            </a:lvl1pPr>
          </a:lstStyle>
          <a:p>
            <a:r>
              <a:rPr lang="de-DE"/>
              <a:t>Mastertitelformat bearbeiten</a:t>
            </a:r>
          </a:p>
        </p:txBody>
      </p:sp>
      <p:sp>
        <p:nvSpPr>
          <p:cNvPr id="10" name="Textplatzhalter 8">
            <a:extLst>
              <a:ext uri="{FF2B5EF4-FFF2-40B4-BE49-F238E27FC236}">
                <a16:creationId xmlns:a16="http://schemas.microsoft.com/office/drawing/2014/main" id="{551E2EF2-E7AD-1A9F-7176-61496EEA7FA5}"/>
              </a:ext>
            </a:extLst>
          </p:cNvPr>
          <p:cNvSpPr>
            <a:spLocks noGrp="1"/>
          </p:cNvSpPr>
          <p:nvPr>
            <p:ph type="body" sz="quarter" idx="13" hasCustomPrompt="1"/>
          </p:nvPr>
        </p:nvSpPr>
        <p:spPr>
          <a:xfrm>
            <a:off x="611189" y="838200"/>
            <a:ext cx="10171112" cy="406398"/>
          </a:xfrm>
        </p:spPr>
        <p:txBody>
          <a:bodyPr>
            <a:normAutofit/>
          </a:bodyPr>
          <a:lstStyle>
            <a:lvl1pPr marL="0" indent="0">
              <a:buNone/>
              <a:defRPr sz="1600" b="0" i="0">
                <a:latin typeface="Ubuntu" panose="020B0504030602030204" pitchFamily="34" charset="0"/>
              </a:defRPr>
            </a:lvl1pPr>
          </a:lstStyle>
          <a:p>
            <a:pPr lvl="0"/>
            <a:r>
              <a:rPr lang="de-DE"/>
              <a:t>Untertitel bearbeiten</a:t>
            </a:r>
          </a:p>
        </p:txBody>
      </p:sp>
    </p:spTree>
    <p:extLst>
      <p:ext uri="{BB962C8B-B14F-4D97-AF65-F5344CB8AC3E}">
        <p14:creationId xmlns:p14="http://schemas.microsoft.com/office/powerpoint/2010/main" val="2985574704"/>
      </p:ext>
    </p:extLst>
  </p:cSld>
  <p:clrMapOvr>
    <a:masterClrMapping/>
  </p:clrMapOvr>
  <p:transition spd="slow">
    <p:push di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Überschrift - Zwei Spalten">
    <p:spTree>
      <p:nvGrpSpPr>
        <p:cNvPr id="1" name=""/>
        <p:cNvGrpSpPr/>
        <p:nvPr/>
      </p:nvGrpSpPr>
      <p:grpSpPr>
        <a:xfrm>
          <a:off x="0" y="0"/>
          <a:ext cx="0" cy="0"/>
          <a:chOff x="0" y="0"/>
          <a:chExt cx="0" cy="0"/>
        </a:xfrm>
      </p:grpSpPr>
      <p:sp>
        <p:nvSpPr>
          <p:cNvPr id="17" name="Textplatzhalter 16">
            <a:extLst>
              <a:ext uri="{FF2B5EF4-FFF2-40B4-BE49-F238E27FC236}">
                <a16:creationId xmlns:a16="http://schemas.microsoft.com/office/drawing/2014/main" id="{B92300DD-C651-264E-8F9F-0387C15C9FCB}"/>
              </a:ext>
            </a:extLst>
          </p:cNvPr>
          <p:cNvSpPr>
            <a:spLocks noGrp="1"/>
          </p:cNvSpPr>
          <p:nvPr>
            <p:ph type="body" sz="quarter" idx="22" hasCustomPrompt="1"/>
          </p:nvPr>
        </p:nvSpPr>
        <p:spPr>
          <a:xfrm>
            <a:off x="622420" y="1790699"/>
            <a:ext cx="5220000" cy="4183995"/>
          </a:xfrm>
          <a:prstGeom prst="rect">
            <a:avLst/>
          </a:prstGeom>
        </p:spPr>
        <p:txBody>
          <a:bodyPr>
            <a:normAutofit/>
          </a:bodyPr>
          <a:lstStyle>
            <a:lvl1pPr marL="342900" indent="-342900">
              <a:buClr>
                <a:schemeClr val="accent2"/>
              </a:buClr>
              <a:buFont typeface="Wingdings" panose="05000000000000000000" pitchFamily="2" charset="2"/>
              <a:buChar char="§"/>
              <a:defRPr sz="2000" b="0" i="0">
                <a:latin typeface="Ubuntu Light" panose="020B0304030602030204" pitchFamily="34" charset="0"/>
              </a:defRPr>
            </a:lvl1pPr>
          </a:lstStyle>
          <a:p>
            <a:r>
              <a:rPr lang="de-DE" dirty="0">
                <a:cs typeface="Segoe UI Semilight" panose="020B0402040204020203" pitchFamily="34" charset="0"/>
              </a:rPr>
              <a:t>Spalte 1</a:t>
            </a:r>
          </a:p>
        </p:txBody>
      </p:sp>
      <p:sp>
        <p:nvSpPr>
          <p:cNvPr id="7" name="Textplatzhalter 6">
            <a:extLst>
              <a:ext uri="{FF2B5EF4-FFF2-40B4-BE49-F238E27FC236}">
                <a16:creationId xmlns:a16="http://schemas.microsoft.com/office/drawing/2014/main" id="{FA7C9DE1-A1CC-43D0-80DF-28780E32E230}"/>
              </a:ext>
            </a:extLst>
          </p:cNvPr>
          <p:cNvSpPr>
            <a:spLocks noGrp="1"/>
          </p:cNvSpPr>
          <p:nvPr>
            <p:ph type="body" sz="quarter" idx="26" hasCustomPrompt="1"/>
          </p:nvPr>
        </p:nvSpPr>
        <p:spPr>
          <a:xfrm>
            <a:off x="5937072" y="1790144"/>
            <a:ext cx="5220000" cy="4184551"/>
          </a:xfrm>
        </p:spPr>
        <p:txBody>
          <a:bodyPr>
            <a:normAutofit/>
          </a:bodyPr>
          <a:lstStyle>
            <a:lvl1pPr marL="342900" indent="-342900">
              <a:buClr>
                <a:schemeClr val="accent2"/>
              </a:buClr>
              <a:buFont typeface="Wingdings" panose="05000000000000000000" pitchFamily="2" charset="2"/>
              <a:buChar char="§"/>
              <a:defRPr sz="2000"/>
            </a:lvl1pPr>
            <a:lvl2pPr marL="609494" indent="0">
              <a:buNone/>
              <a:defRPr/>
            </a:lvl2pPr>
            <a:lvl3pPr marL="1218986" indent="0">
              <a:buNone/>
              <a:defRPr/>
            </a:lvl3pPr>
            <a:lvl4pPr marL="1828480" indent="0">
              <a:buNone/>
              <a:defRPr/>
            </a:lvl4pPr>
            <a:lvl5pPr marL="2437973" indent="0">
              <a:buNone/>
              <a:defRPr/>
            </a:lvl5pPr>
          </a:lstStyle>
          <a:p>
            <a:pPr lvl="0"/>
            <a:r>
              <a:rPr lang="de-DE" dirty="0"/>
              <a:t>Spalte 2</a:t>
            </a:r>
          </a:p>
        </p:txBody>
      </p:sp>
      <p:sp>
        <p:nvSpPr>
          <p:cNvPr id="9" name="Titel 4">
            <a:extLst>
              <a:ext uri="{FF2B5EF4-FFF2-40B4-BE49-F238E27FC236}">
                <a16:creationId xmlns:a16="http://schemas.microsoft.com/office/drawing/2014/main" id="{E757F33B-8889-CCD9-7C7C-40F7A8CB6B20}"/>
              </a:ext>
            </a:extLst>
          </p:cNvPr>
          <p:cNvSpPr>
            <a:spLocks noGrp="1"/>
          </p:cNvSpPr>
          <p:nvPr>
            <p:ph type="title"/>
          </p:nvPr>
        </p:nvSpPr>
        <p:spPr>
          <a:xfrm>
            <a:off x="611148" y="177922"/>
            <a:ext cx="10171112" cy="503115"/>
          </a:xfrm>
        </p:spPr>
        <p:txBody>
          <a:bodyPr/>
          <a:lstStyle>
            <a:lvl1pPr>
              <a:defRPr sz="2800">
                <a:solidFill>
                  <a:schemeClr val="accent4"/>
                </a:solidFill>
              </a:defRPr>
            </a:lvl1pPr>
          </a:lstStyle>
          <a:p>
            <a:r>
              <a:rPr lang="de-DE"/>
              <a:t>Mastertitelformat bearbeiten</a:t>
            </a:r>
          </a:p>
        </p:txBody>
      </p:sp>
      <p:sp>
        <p:nvSpPr>
          <p:cNvPr id="10" name="Textplatzhalter 8">
            <a:extLst>
              <a:ext uri="{FF2B5EF4-FFF2-40B4-BE49-F238E27FC236}">
                <a16:creationId xmlns:a16="http://schemas.microsoft.com/office/drawing/2014/main" id="{8E8B309A-3578-844C-A923-33CB72D40F72}"/>
              </a:ext>
            </a:extLst>
          </p:cNvPr>
          <p:cNvSpPr>
            <a:spLocks noGrp="1"/>
          </p:cNvSpPr>
          <p:nvPr>
            <p:ph type="body" sz="quarter" idx="13" hasCustomPrompt="1"/>
          </p:nvPr>
        </p:nvSpPr>
        <p:spPr>
          <a:xfrm>
            <a:off x="611189" y="838200"/>
            <a:ext cx="10171112" cy="406398"/>
          </a:xfrm>
        </p:spPr>
        <p:txBody>
          <a:bodyPr>
            <a:normAutofit/>
          </a:bodyPr>
          <a:lstStyle>
            <a:lvl1pPr marL="0" indent="0">
              <a:buNone/>
              <a:defRPr sz="1600" b="0" i="0">
                <a:latin typeface="Ubuntu" panose="020B0504030602030204" pitchFamily="34" charset="0"/>
              </a:defRPr>
            </a:lvl1pPr>
          </a:lstStyle>
          <a:p>
            <a:pPr lvl="0"/>
            <a:r>
              <a:rPr lang="de-DE"/>
              <a:t>Untertitel bearbeiten</a:t>
            </a:r>
          </a:p>
        </p:txBody>
      </p:sp>
    </p:spTree>
    <p:extLst>
      <p:ext uri="{BB962C8B-B14F-4D97-AF65-F5344CB8AC3E}">
        <p14:creationId xmlns:p14="http://schemas.microsoft.com/office/powerpoint/2010/main" val="883157954"/>
      </p:ext>
    </p:extLst>
  </p:cSld>
  <p:clrMapOvr>
    <a:masterClrMapping/>
  </p:clrMapOvr>
  <p:transition spd="slow">
    <p:push di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39567"/>
      </p:ext>
    </p:extLst>
  </p:cSld>
  <p:clrMapOvr>
    <a:masterClrMapping/>
  </p:clrMapOvr>
  <p:transition spd="slow">
    <p:push dir="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Verlaufsfolie">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7311EA6F-5B3E-4EE8-9796-F5B5E095EFFD}"/>
              </a:ext>
            </a:extLst>
          </p:cNvPr>
          <p:cNvSpPr/>
          <p:nvPr userDrawn="1"/>
        </p:nvSpPr>
        <p:spPr>
          <a:xfrm>
            <a:off x="0" y="0"/>
            <a:ext cx="12188824" cy="6858000"/>
          </a:xfrm>
          <a:prstGeom prst="rect">
            <a:avLst/>
          </a:prstGeom>
          <a:gradFill flip="none" rotWithShape="1">
            <a:gsLst>
              <a:gs pos="100000">
                <a:schemeClr val="accent2"/>
              </a:gs>
              <a:gs pos="0">
                <a:schemeClr val="accent1"/>
              </a:gs>
            </a:gsLst>
            <a:lin ang="192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2" name="Grafik 1">
            <a:extLst>
              <a:ext uri="{FF2B5EF4-FFF2-40B4-BE49-F238E27FC236}">
                <a16:creationId xmlns:a16="http://schemas.microsoft.com/office/drawing/2014/main" id="{E17A4970-53C4-2EF3-C768-49A63E2618E4}"/>
              </a:ext>
            </a:extLst>
          </p:cNvPr>
          <p:cNvPicPr>
            <a:picLocks noChangeAspect="1"/>
          </p:cNvPicPr>
          <p:nvPr userDrawn="1"/>
        </p:nvPicPr>
        <p:blipFill>
          <a:blip r:embed="rId2">
            <a:lum bright="100000"/>
          </a:blip>
          <a:stretch>
            <a:fillRect/>
          </a:stretch>
        </p:blipFill>
        <p:spPr>
          <a:xfrm>
            <a:off x="11023313" y="72981"/>
            <a:ext cx="981652" cy="525574"/>
          </a:xfrm>
          <a:prstGeom prst="rect">
            <a:avLst/>
          </a:prstGeom>
          <a:noFill/>
        </p:spPr>
      </p:pic>
    </p:spTree>
    <p:extLst>
      <p:ext uri="{BB962C8B-B14F-4D97-AF65-F5344CB8AC3E}">
        <p14:creationId xmlns:p14="http://schemas.microsoft.com/office/powerpoint/2010/main" val="1419469417"/>
      </p:ext>
    </p:extLst>
  </p:cSld>
  <p:clrMapOvr>
    <a:masterClrMapping/>
  </p:clrMapOvr>
  <p:transition spd="slow">
    <p:push dir="u"/>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chlussfolie 1">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2A9B474A-AF75-4505-9D71-7CE0FEA1707F}"/>
              </a:ext>
            </a:extLst>
          </p:cNvPr>
          <p:cNvSpPr/>
          <p:nvPr userDrawn="1"/>
        </p:nvSpPr>
        <p:spPr>
          <a:xfrm>
            <a:off x="0" y="0"/>
            <a:ext cx="12188824" cy="6858000"/>
          </a:xfrm>
          <a:prstGeom prst="rect">
            <a:avLst/>
          </a:prstGeom>
          <a:gradFill flip="none" rotWithShape="1">
            <a:gsLst>
              <a:gs pos="99000">
                <a:schemeClr val="accent2"/>
              </a:gs>
              <a:gs pos="0">
                <a:schemeClr val="accent1"/>
              </a:gs>
            </a:gsLst>
            <a:lin ang="192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Textfeld 7"/>
          <p:cNvSpPr txBox="1"/>
          <p:nvPr userDrawn="1"/>
        </p:nvSpPr>
        <p:spPr>
          <a:xfrm>
            <a:off x="619728" y="5151120"/>
            <a:ext cx="10870633" cy="1200329"/>
          </a:xfrm>
          <a:prstGeom prst="rect">
            <a:avLst/>
          </a:prstGeom>
          <a:noFill/>
        </p:spPr>
        <p:txBody>
          <a:bodyPr wrap="square" rtlCol="0">
            <a:spAutoFit/>
          </a:bodyPr>
          <a:lstStyle/>
          <a:p>
            <a:r>
              <a:rPr lang="de-DE" sz="1200">
                <a:solidFill>
                  <a:srgbClr val="FFFFFF"/>
                </a:solidFill>
                <a:latin typeface="Ubuntu"/>
                <a:cs typeface="Ubuntu"/>
              </a:rPr>
              <a:t>Die Inhalte sind nach aktuellem Planungs- und Entwicklungsstand erstellt worden und können sich jederzeit ändern. </a:t>
            </a:r>
          </a:p>
          <a:p>
            <a:endParaRPr lang="de-DE" sz="1200">
              <a:solidFill>
                <a:srgbClr val="FFFFFF"/>
              </a:solidFill>
              <a:latin typeface="Ubuntu"/>
              <a:cs typeface="Ubuntu"/>
            </a:endParaRPr>
          </a:p>
          <a:p>
            <a:r>
              <a:rPr lang="de-DE" sz="1200">
                <a:solidFill>
                  <a:srgbClr val="FFFFFF"/>
                </a:solidFill>
                <a:latin typeface="Ubuntu"/>
                <a:cs typeface="Ubuntu"/>
              </a:rPr>
              <a:t>Insbesondere Zeitangaben beziehen sich auf die aktuellen Planungen, Anforderungen und Ressourcenverfügbarkeit. Sollten sich die genannten Parameter ändern, behalten wir uns vor, die Termine entsprechend anzupassen. </a:t>
            </a:r>
          </a:p>
          <a:p>
            <a:endParaRPr lang="de-DE" sz="1200">
              <a:solidFill>
                <a:srgbClr val="FFFFFF"/>
              </a:solidFill>
              <a:latin typeface="Ubuntu"/>
              <a:cs typeface="Ubuntu"/>
            </a:endParaRPr>
          </a:p>
          <a:p>
            <a:r>
              <a:rPr lang="de-DE" sz="1200">
                <a:solidFill>
                  <a:srgbClr val="FFFFFF"/>
                </a:solidFill>
                <a:latin typeface="Ubuntu"/>
                <a:cs typeface="Ubuntu"/>
              </a:rPr>
              <a:t>Die Überlassung der Präsentation erfolgt nur für den internen Gebrauch des Empfängers und darf in keiner Weise mit Dritten geteilt werden. </a:t>
            </a:r>
          </a:p>
        </p:txBody>
      </p:sp>
      <p:sp>
        <p:nvSpPr>
          <p:cNvPr id="9" name="Textfeld 8">
            <a:extLst>
              <a:ext uri="{FF2B5EF4-FFF2-40B4-BE49-F238E27FC236}">
                <a16:creationId xmlns:a16="http://schemas.microsoft.com/office/drawing/2014/main" id="{79016EBC-5A72-4019-9157-28F88750DCE9}"/>
              </a:ext>
            </a:extLst>
          </p:cNvPr>
          <p:cNvSpPr txBox="1"/>
          <p:nvPr userDrawn="1"/>
        </p:nvSpPr>
        <p:spPr>
          <a:xfrm>
            <a:off x="0" y="490780"/>
            <a:ext cx="12226355" cy="923330"/>
          </a:xfrm>
          <a:prstGeom prst="rect">
            <a:avLst/>
          </a:prstGeom>
          <a:noFill/>
        </p:spPr>
        <p:txBody>
          <a:bodyPr wrap="square" rtlCol="0" anchor="ctr">
            <a:spAutoFit/>
          </a:bodyPr>
          <a:lstStyle/>
          <a:p>
            <a:pPr algn="ctr"/>
            <a:r>
              <a:rPr lang="de-DE" sz="5400">
                <a:solidFill>
                  <a:schemeClr val="accent3"/>
                </a:solidFill>
                <a:latin typeface="Ubuntu" panose="020B0504030602030204" pitchFamily="34" charset="0"/>
              </a:rPr>
              <a:t>Vielen Dank!</a:t>
            </a:r>
          </a:p>
        </p:txBody>
      </p:sp>
      <p:sp>
        <p:nvSpPr>
          <p:cNvPr id="3" name="Bildplatzhalter 2">
            <a:extLst>
              <a:ext uri="{FF2B5EF4-FFF2-40B4-BE49-F238E27FC236}">
                <a16:creationId xmlns:a16="http://schemas.microsoft.com/office/drawing/2014/main" id="{94D39F0D-C014-4EDC-AB55-D38C21C0E17E}"/>
              </a:ext>
            </a:extLst>
          </p:cNvPr>
          <p:cNvSpPr>
            <a:spLocks noGrp="1"/>
          </p:cNvSpPr>
          <p:nvPr>
            <p:ph type="pic" sz="quarter" idx="10"/>
          </p:nvPr>
        </p:nvSpPr>
        <p:spPr>
          <a:xfrm>
            <a:off x="1778000" y="1968500"/>
            <a:ext cx="2578100" cy="2578100"/>
          </a:xfrm>
        </p:spPr>
        <p:txBody>
          <a:bodyPr/>
          <a:lstStyle/>
          <a:p>
            <a:r>
              <a:rPr lang="de-DE"/>
              <a:t>Bild durch Klicken auf Symbol hinzufügen</a:t>
            </a:r>
          </a:p>
        </p:txBody>
      </p:sp>
      <p:sp>
        <p:nvSpPr>
          <p:cNvPr id="10" name="Textplatzhalter 4">
            <a:extLst>
              <a:ext uri="{FF2B5EF4-FFF2-40B4-BE49-F238E27FC236}">
                <a16:creationId xmlns:a16="http://schemas.microsoft.com/office/drawing/2014/main" id="{08D1F07A-C043-4DA5-A25F-A233E8045376}"/>
              </a:ext>
            </a:extLst>
          </p:cNvPr>
          <p:cNvSpPr>
            <a:spLocks noGrp="1"/>
          </p:cNvSpPr>
          <p:nvPr>
            <p:ph type="body" sz="quarter" idx="11" hasCustomPrompt="1"/>
          </p:nvPr>
        </p:nvSpPr>
        <p:spPr>
          <a:xfrm>
            <a:off x="4902200" y="1993900"/>
            <a:ext cx="4648200" cy="2552700"/>
          </a:xfrm>
        </p:spPr>
        <p:txBody>
          <a:bodyPr/>
          <a:lstStyle>
            <a:lvl1pPr>
              <a:defRPr/>
            </a:lvl1pPr>
          </a:lstStyle>
          <a:p>
            <a:pPr marL="0" indent="0">
              <a:buNone/>
            </a:pPr>
            <a:r>
              <a:rPr lang="de-DE" sz="2000">
                <a:solidFill>
                  <a:schemeClr val="bg1"/>
                </a:solidFill>
                <a:latin typeface="Ubuntu Medium" panose="020B0604030602030204" pitchFamily="34" charset="0"/>
              </a:rPr>
              <a:t>Vorname Name</a:t>
            </a:r>
          </a:p>
          <a:p>
            <a:pPr marL="0" indent="0">
              <a:buNone/>
            </a:pPr>
            <a:r>
              <a:rPr lang="de-DE" sz="2000">
                <a:solidFill>
                  <a:schemeClr val="bg1"/>
                </a:solidFill>
                <a:latin typeface="Ubuntu Light" panose="020B0304030602030204" pitchFamily="34" charset="0"/>
              </a:rPr>
              <a:t>Job Titel | d.velop AG</a:t>
            </a:r>
          </a:p>
          <a:p>
            <a:pPr marL="0" indent="0">
              <a:buNone/>
            </a:pPr>
            <a:endParaRPr lang="de-DE" sz="2000">
              <a:solidFill>
                <a:schemeClr val="bg1"/>
              </a:solidFill>
              <a:latin typeface="Ubuntu Light" panose="020B0304030602030204" pitchFamily="34" charset="0"/>
            </a:endParaRPr>
          </a:p>
          <a:p>
            <a:pPr marL="0" indent="0">
              <a:buNone/>
            </a:pPr>
            <a:r>
              <a:rPr lang="de-DE" sz="2000">
                <a:solidFill>
                  <a:schemeClr val="bg1"/>
                </a:solidFill>
                <a:latin typeface="Ubuntu Medium" panose="020B0604030602030204" pitchFamily="34" charset="0"/>
              </a:rPr>
              <a:t>Mail: </a:t>
            </a:r>
            <a:r>
              <a:rPr lang="de-DE" sz="2000">
                <a:solidFill>
                  <a:schemeClr val="bg1"/>
                </a:solidFill>
                <a:latin typeface="Ubuntu Light" panose="020B0304030602030204" pitchFamily="34" charset="0"/>
              </a:rPr>
              <a:t>vorname.name@d-velop.de</a:t>
            </a:r>
          </a:p>
          <a:p>
            <a:pPr marL="0" indent="0">
              <a:buNone/>
            </a:pPr>
            <a:r>
              <a:rPr lang="de-DE" sz="2000">
                <a:solidFill>
                  <a:schemeClr val="bg1"/>
                </a:solidFill>
                <a:latin typeface="Ubuntu Medium" panose="020B0604030602030204" pitchFamily="34" charset="0"/>
              </a:rPr>
              <a:t>Fon: </a:t>
            </a:r>
            <a:r>
              <a:rPr lang="de-DE" sz="2000">
                <a:solidFill>
                  <a:schemeClr val="bg1"/>
                </a:solidFill>
                <a:latin typeface="Ubuntu Light" panose="020B0304030602030204" pitchFamily="34" charset="0"/>
              </a:rPr>
              <a:t>+49 2542 9307- 0</a:t>
            </a:r>
          </a:p>
        </p:txBody>
      </p:sp>
      <p:pic>
        <p:nvPicPr>
          <p:cNvPr id="2" name="Grafik 1">
            <a:extLst>
              <a:ext uri="{FF2B5EF4-FFF2-40B4-BE49-F238E27FC236}">
                <a16:creationId xmlns:a16="http://schemas.microsoft.com/office/drawing/2014/main" id="{3EE26580-8A1D-022E-D9D5-760CDCFC4961}"/>
              </a:ext>
            </a:extLst>
          </p:cNvPr>
          <p:cNvPicPr>
            <a:picLocks noChangeAspect="1"/>
          </p:cNvPicPr>
          <p:nvPr userDrawn="1"/>
        </p:nvPicPr>
        <p:blipFill>
          <a:blip r:embed="rId2">
            <a:lum bright="100000"/>
          </a:blip>
          <a:stretch>
            <a:fillRect/>
          </a:stretch>
        </p:blipFill>
        <p:spPr>
          <a:xfrm>
            <a:off x="11023313" y="72981"/>
            <a:ext cx="981652" cy="525574"/>
          </a:xfrm>
          <a:prstGeom prst="rect">
            <a:avLst/>
          </a:prstGeom>
          <a:noFill/>
        </p:spPr>
      </p:pic>
    </p:spTree>
    <p:extLst>
      <p:ext uri="{BB962C8B-B14F-4D97-AF65-F5344CB8AC3E}">
        <p14:creationId xmlns:p14="http://schemas.microsoft.com/office/powerpoint/2010/main" val="4021121098"/>
      </p:ext>
    </p:extLst>
  </p:cSld>
  <p:clrMapOvr>
    <a:masterClrMapping/>
  </p:clrMapOvr>
  <p:transition spd="slow">
    <p:push dir="u"/>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chlussfolie 2">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162AF7EE-D7C1-4F9B-B8D4-898885E9F428}"/>
              </a:ext>
            </a:extLst>
          </p:cNvPr>
          <p:cNvSpPr/>
          <p:nvPr userDrawn="1"/>
        </p:nvSpPr>
        <p:spPr>
          <a:xfrm>
            <a:off x="0" y="0"/>
            <a:ext cx="12188824" cy="6858000"/>
          </a:xfrm>
          <a:prstGeom prst="rect">
            <a:avLst/>
          </a:prstGeom>
          <a:gradFill flip="none" rotWithShape="1">
            <a:gsLst>
              <a:gs pos="99000">
                <a:schemeClr val="accent2"/>
              </a:gs>
              <a:gs pos="0">
                <a:schemeClr val="accent1"/>
              </a:gs>
            </a:gsLst>
            <a:lin ang="192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Textfeld 7"/>
          <p:cNvSpPr txBox="1"/>
          <p:nvPr userDrawn="1"/>
        </p:nvSpPr>
        <p:spPr>
          <a:xfrm>
            <a:off x="619728" y="5151120"/>
            <a:ext cx="10870633" cy="1200329"/>
          </a:xfrm>
          <a:prstGeom prst="rect">
            <a:avLst/>
          </a:prstGeom>
          <a:noFill/>
        </p:spPr>
        <p:txBody>
          <a:bodyPr wrap="square" rtlCol="0">
            <a:spAutoFit/>
          </a:bodyPr>
          <a:lstStyle/>
          <a:p>
            <a:pPr marL="0" marR="0" lvl="0" indent="0" algn="l" defTabSz="609493"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Ubuntu"/>
              </a:rPr>
              <a:t>The content of this presentation was created based on the current state of our planning and development and may change at any time</a:t>
            </a:r>
            <a:r>
              <a:rPr kumimoji="0" lang="de-DE" sz="1200" b="0" i="0" u="none" strike="noStrike" kern="1200" cap="none" spc="0" normalizeH="0" baseline="0" noProof="0">
                <a:ln>
                  <a:noFill/>
                </a:ln>
                <a:solidFill>
                  <a:srgbClr val="FFFFFF"/>
                </a:solidFill>
                <a:effectLst/>
                <a:uLnTx/>
                <a:uFillTx/>
                <a:latin typeface="Ubuntu"/>
                <a:ea typeface="+mn-ea"/>
                <a:cs typeface="Ubuntu"/>
              </a:rPr>
              <a:t>. </a:t>
            </a:r>
          </a:p>
          <a:p>
            <a:pPr marL="0" marR="0" lvl="0" indent="0" algn="l" defTabSz="609493"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FFFFFF"/>
              </a:solidFill>
              <a:effectLst/>
              <a:uLnTx/>
              <a:uFillTx/>
              <a:latin typeface="Ubuntu"/>
              <a:ea typeface="+mn-ea"/>
              <a:cs typeface="Ubuntu"/>
            </a:endParaRPr>
          </a:p>
          <a:p>
            <a:pPr marL="0" marR="0" lvl="0" indent="0" algn="l" defTabSz="609493"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Ubuntu"/>
              </a:rPr>
              <a:t>Time-related statements are dependent on the current state of planning and the stated requirements, as well as the availability of resources. Should any of these parameters change, we reserve the right to adjust dates and deadlines as necessary.</a:t>
            </a:r>
          </a:p>
          <a:p>
            <a:pPr marL="0" marR="0" lvl="0" indent="0" algn="l" defTabSz="609493"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FFFFFF"/>
              </a:solidFill>
              <a:effectLst/>
              <a:uLnTx/>
              <a:uFillTx/>
              <a:latin typeface="Ubuntu"/>
              <a:ea typeface="+mn-ea"/>
              <a:cs typeface="Ubuntu"/>
            </a:endParaRPr>
          </a:p>
          <a:p>
            <a:pPr marL="0" marR="0" lvl="0" indent="0" algn="l" defTabSz="609493"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Ubuntu"/>
              </a:rPr>
              <a:t>This presentation is only made available for the recipient's internal use and may not, under any circumstances, be shared with third parties.</a:t>
            </a:r>
            <a:endParaRPr kumimoji="0" lang="de-DE" sz="1200" b="0" i="0" u="none" strike="noStrike" kern="1200" cap="none" spc="0" normalizeH="0" baseline="0" noProof="0">
              <a:ln>
                <a:noFill/>
              </a:ln>
              <a:solidFill>
                <a:srgbClr val="FFFFFF"/>
              </a:solidFill>
              <a:effectLst/>
              <a:uLnTx/>
              <a:uFillTx/>
              <a:latin typeface="Ubuntu"/>
              <a:ea typeface="+mn-ea"/>
              <a:cs typeface="Ubuntu"/>
            </a:endParaRPr>
          </a:p>
        </p:txBody>
      </p:sp>
      <p:sp>
        <p:nvSpPr>
          <p:cNvPr id="2" name="Textfeld 1">
            <a:extLst>
              <a:ext uri="{FF2B5EF4-FFF2-40B4-BE49-F238E27FC236}">
                <a16:creationId xmlns:a16="http://schemas.microsoft.com/office/drawing/2014/main" id="{30DB0679-ED41-4FEB-851A-A65B2B7784F3}"/>
              </a:ext>
            </a:extLst>
          </p:cNvPr>
          <p:cNvSpPr txBox="1"/>
          <p:nvPr userDrawn="1"/>
        </p:nvSpPr>
        <p:spPr>
          <a:xfrm>
            <a:off x="0" y="506551"/>
            <a:ext cx="12226355" cy="923330"/>
          </a:xfrm>
          <a:prstGeom prst="rect">
            <a:avLst/>
          </a:prstGeom>
          <a:noFill/>
        </p:spPr>
        <p:txBody>
          <a:bodyPr wrap="square" rtlCol="0" anchor="ctr">
            <a:spAutoFit/>
          </a:bodyPr>
          <a:lstStyle/>
          <a:p>
            <a:pPr algn="ctr"/>
            <a:r>
              <a:rPr lang="de-DE" sz="5400" err="1">
                <a:solidFill>
                  <a:schemeClr val="accent3"/>
                </a:solidFill>
                <a:latin typeface="Ubuntu" panose="020B0504030602030204" pitchFamily="34" charset="0"/>
              </a:rPr>
              <a:t>Thank</a:t>
            </a:r>
            <a:r>
              <a:rPr lang="de-DE" sz="5400">
                <a:solidFill>
                  <a:schemeClr val="accent3"/>
                </a:solidFill>
                <a:latin typeface="Ubuntu" panose="020B0504030602030204" pitchFamily="34" charset="0"/>
              </a:rPr>
              <a:t> </a:t>
            </a:r>
            <a:r>
              <a:rPr lang="de-DE" sz="5400" err="1">
                <a:solidFill>
                  <a:schemeClr val="accent3"/>
                </a:solidFill>
                <a:latin typeface="Ubuntu" panose="020B0504030602030204" pitchFamily="34" charset="0"/>
              </a:rPr>
              <a:t>you</a:t>
            </a:r>
            <a:r>
              <a:rPr lang="de-DE" sz="5400">
                <a:solidFill>
                  <a:schemeClr val="accent3"/>
                </a:solidFill>
                <a:latin typeface="Ubuntu" panose="020B0504030602030204" pitchFamily="34" charset="0"/>
              </a:rPr>
              <a:t>!</a:t>
            </a:r>
          </a:p>
        </p:txBody>
      </p:sp>
      <p:sp>
        <p:nvSpPr>
          <p:cNvPr id="9" name="Bildplatzhalter 2">
            <a:extLst>
              <a:ext uri="{FF2B5EF4-FFF2-40B4-BE49-F238E27FC236}">
                <a16:creationId xmlns:a16="http://schemas.microsoft.com/office/drawing/2014/main" id="{0B990C83-128A-4E0C-9243-8E1D87EB802B}"/>
              </a:ext>
            </a:extLst>
          </p:cNvPr>
          <p:cNvSpPr>
            <a:spLocks noGrp="1"/>
          </p:cNvSpPr>
          <p:nvPr>
            <p:ph type="pic" sz="quarter" idx="10"/>
          </p:nvPr>
        </p:nvSpPr>
        <p:spPr>
          <a:xfrm>
            <a:off x="1778000" y="1968500"/>
            <a:ext cx="2578100" cy="2578100"/>
          </a:xfrm>
        </p:spPr>
        <p:txBody>
          <a:bodyPr/>
          <a:lstStyle/>
          <a:p>
            <a:r>
              <a:rPr lang="de-DE"/>
              <a:t>Bild durch Klicken auf Symbol hinzufügen</a:t>
            </a:r>
          </a:p>
        </p:txBody>
      </p:sp>
      <p:sp>
        <p:nvSpPr>
          <p:cNvPr id="10" name="Textplatzhalter 4">
            <a:extLst>
              <a:ext uri="{FF2B5EF4-FFF2-40B4-BE49-F238E27FC236}">
                <a16:creationId xmlns:a16="http://schemas.microsoft.com/office/drawing/2014/main" id="{85E94AA6-157E-4DCD-A860-029E16541622}"/>
              </a:ext>
            </a:extLst>
          </p:cNvPr>
          <p:cNvSpPr>
            <a:spLocks noGrp="1"/>
          </p:cNvSpPr>
          <p:nvPr>
            <p:ph type="body" sz="quarter" idx="11" hasCustomPrompt="1"/>
          </p:nvPr>
        </p:nvSpPr>
        <p:spPr>
          <a:xfrm>
            <a:off x="4902200" y="1993900"/>
            <a:ext cx="4648200" cy="2552700"/>
          </a:xfrm>
        </p:spPr>
        <p:txBody>
          <a:bodyPr/>
          <a:lstStyle>
            <a:lvl1pPr>
              <a:defRPr/>
            </a:lvl1pPr>
          </a:lstStyle>
          <a:p>
            <a:pPr marL="0" indent="0">
              <a:buNone/>
            </a:pPr>
            <a:r>
              <a:rPr lang="de-DE" sz="2000">
                <a:solidFill>
                  <a:schemeClr val="bg1"/>
                </a:solidFill>
                <a:latin typeface="Ubuntu Medium" panose="020B0604030602030204" pitchFamily="34" charset="0"/>
              </a:rPr>
              <a:t>Vorname Name</a:t>
            </a:r>
          </a:p>
          <a:p>
            <a:pPr marL="0" indent="0">
              <a:buNone/>
            </a:pPr>
            <a:r>
              <a:rPr lang="de-DE" sz="2000">
                <a:solidFill>
                  <a:schemeClr val="bg1"/>
                </a:solidFill>
                <a:latin typeface="Ubuntu Light" panose="020B0304030602030204" pitchFamily="34" charset="0"/>
              </a:rPr>
              <a:t>Job Titel | d.velop AG</a:t>
            </a:r>
          </a:p>
          <a:p>
            <a:pPr marL="0" indent="0">
              <a:buNone/>
            </a:pPr>
            <a:endParaRPr lang="de-DE" sz="2000">
              <a:solidFill>
                <a:schemeClr val="bg1"/>
              </a:solidFill>
              <a:latin typeface="Ubuntu Light" panose="020B0304030602030204" pitchFamily="34" charset="0"/>
            </a:endParaRPr>
          </a:p>
          <a:p>
            <a:pPr marL="0" indent="0">
              <a:buNone/>
            </a:pPr>
            <a:r>
              <a:rPr lang="de-DE" sz="2000">
                <a:solidFill>
                  <a:schemeClr val="bg1"/>
                </a:solidFill>
                <a:latin typeface="Ubuntu Medium" panose="020B0604030602030204" pitchFamily="34" charset="0"/>
              </a:rPr>
              <a:t>Mail: </a:t>
            </a:r>
            <a:r>
              <a:rPr lang="de-DE" sz="2000">
                <a:solidFill>
                  <a:schemeClr val="bg1"/>
                </a:solidFill>
                <a:latin typeface="Ubuntu Light" panose="020B0304030602030204" pitchFamily="34" charset="0"/>
              </a:rPr>
              <a:t>vorname.name@d-velop.de</a:t>
            </a:r>
          </a:p>
          <a:p>
            <a:pPr marL="0" indent="0">
              <a:buNone/>
            </a:pPr>
            <a:r>
              <a:rPr lang="de-DE" sz="2000">
                <a:solidFill>
                  <a:schemeClr val="bg1"/>
                </a:solidFill>
                <a:latin typeface="Ubuntu Medium" panose="020B0604030602030204" pitchFamily="34" charset="0"/>
              </a:rPr>
              <a:t>Fon: </a:t>
            </a:r>
            <a:r>
              <a:rPr lang="de-DE" sz="2000">
                <a:solidFill>
                  <a:schemeClr val="bg1"/>
                </a:solidFill>
                <a:latin typeface="Ubuntu Light" panose="020B0304030602030204" pitchFamily="34" charset="0"/>
              </a:rPr>
              <a:t>+49 2542 9307- 0</a:t>
            </a:r>
          </a:p>
        </p:txBody>
      </p:sp>
      <p:pic>
        <p:nvPicPr>
          <p:cNvPr id="3" name="Grafik 2">
            <a:extLst>
              <a:ext uri="{FF2B5EF4-FFF2-40B4-BE49-F238E27FC236}">
                <a16:creationId xmlns:a16="http://schemas.microsoft.com/office/drawing/2014/main" id="{3FCFE9DC-ACC5-E5FF-B286-730E93F27B14}"/>
              </a:ext>
            </a:extLst>
          </p:cNvPr>
          <p:cNvPicPr>
            <a:picLocks noChangeAspect="1"/>
          </p:cNvPicPr>
          <p:nvPr userDrawn="1"/>
        </p:nvPicPr>
        <p:blipFill>
          <a:blip r:embed="rId2">
            <a:lum bright="100000"/>
          </a:blip>
          <a:stretch>
            <a:fillRect/>
          </a:stretch>
        </p:blipFill>
        <p:spPr>
          <a:xfrm>
            <a:off x="11023313" y="72981"/>
            <a:ext cx="981652" cy="525574"/>
          </a:xfrm>
          <a:prstGeom prst="rect">
            <a:avLst/>
          </a:prstGeom>
          <a:noFill/>
        </p:spPr>
      </p:pic>
    </p:spTree>
    <p:extLst>
      <p:ext uri="{BB962C8B-B14F-4D97-AF65-F5344CB8AC3E}">
        <p14:creationId xmlns:p14="http://schemas.microsoft.com/office/powerpoint/2010/main" val="350068369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elplatzhalter 2">
            <a:extLst>
              <a:ext uri="{FF2B5EF4-FFF2-40B4-BE49-F238E27FC236}">
                <a16:creationId xmlns:a16="http://schemas.microsoft.com/office/drawing/2014/main" id="{1FFD7023-D8DF-4D76-A09C-D2976324A51E}"/>
              </a:ext>
            </a:extLst>
          </p:cNvPr>
          <p:cNvSpPr>
            <a:spLocks noGrp="1"/>
          </p:cNvSpPr>
          <p:nvPr>
            <p:ph type="title"/>
          </p:nvPr>
        </p:nvSpPr>
        <p:spPr>
          <a:xfrm>
            <a:off x="611147" y="177922"/>
            <a:ext cx="10512425" cy="503115"/>
          </a:xfrm>
          <a:prstGeom prst="rect">
            <a:avLst/>
          </a:prstGeom>
          <a:ln>
            <a:noFill/>
          </a:ln>
        </p:spPr>
        <p:txBody>
          <a:bodyPr vert="horz" lIns="91440" tIns="45720" rIns="91440" bIns="45720" rtlCol="0" anchor="ctr">
            <a:noAutofit/>
          </a:bodyPr>
          <a:lstStyle/>
          <a:p>
            <a:pPr marL="0" lvl="0" indent="0">
              <a:spcBef>
                <a:spcPct val="20000"/>
              </a:spcBef>
              <a:buFont typeface="Arial"/>
            </a:pPr>
            <a:r>
              <a:rPr lang="de-DE"/>
              <a:t>Mastertitelformat bearbeiten</a:t>
            </a:r>
          </a:p>
        </p:txBody>
      </p:sp>
      <p:sp>
        <p:nvSpPr>
          <p:cNvPr id="4" name="Textplatzhalter 3">
            <a:extLst>
              <a:ext uri="{FF2B5EF4-FFF2-40B4-BE49-F238E27FC236}">
                <a16:creationId xmlns:a16="http://schemas.microsoft.com/office/drawing/2014/main" id="{E3642DE5-E445-4D6D-9711-DBF55273A4A2}"/>
              </a:ext>
            </a:extLst>
          </p:cNvPr>
          <p:cNvSpPr>
            <a:spLocks noGrp="1"/>
          </p:cNvSpPr>
          <p:nvPr>
            <p:ph type="body" idx="1"/>
          </p:nvPr>
        </p:nvSpPr>
        <p:spPr>
          <a:xfrm>
            <a:off x="611147" y="1003300"/>
            <a:ext cx="10512425" cy="509235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564D52D4-513F-4DB3-B8D3-5765AEE7D021}"/>
              </a:ext>
            </a:extLst>
          </p:cNvPr>
          <p:cNvSpPr>
            <a:spLocks noGrp="1"/>
          </p:cNvSpPr>
          <p:nvPr>
            <p:ph type="dt" sz="half" idx="2"/>
          </p:nvPr>
        </p:nvSpPr>
        <p:spPr>
          <a:xfrm>
            <a:off x="200019" y="6495464"/>
            <a:ext cx="3152741" cy="243596"/>
          </a:xfrm>
          <a:prstGeom prst="rect">
            <a:avLst/>
          </a:prstGeom>
        </p:spPr>
        <p:txBody>
          <a:bodyPr vert="horz" lIns="91440" tIns="45720" rIns="91440" bIns="45720" rtlCol="0" anchor="ctr"/>
          <a:lstStyle>
            <a:lvl1pPr algn="l">
              <a:defRPr sz="1200">
                <a:solidFill>
                  <a:schemeClr val="tx1"/>
                </a:solidFill>
                <a:latin typeface="Ubuntu Light" panose="020B0304030602030204"/>
              </a:defRPr>
            </a:lvl1pPr>
          </a:lstStyle>
          <a:p>
            <a:fld id="{6BE9837D-5D11-494C-A57F-56811928EAA9}" type="datetime1">
              <a:rPr lang="de-DE" smtClean="0"/>
              <a:t>26.02.2026</a:t>
            </a:fld>
            <a:endParaRPr lang="de-DE"/>
          </a:p>
        </p:txBody>
      </p:sp>
      <p:sp>
        <p:nvSpPr>
          <p:cNvPr id="6" name="Fußzeilenplatzhalter 5">
            <a:extLst>
              <a:ext uri="{FF2B5EF4-FFF2-40B4-BE49-F238E27FC236}">
                <a16:creationId xmlns:a16="http://schemas.microsoft.com/office/drawing/2014/main" id="{72CF6CCA-A750-411B-B3DC-C29E107610FA}"/>
              </a:ext>
            </a:extLst>
          </p:cNvPr>
          <p:cNvSpPr>
            <a:spLocks noGrp="1"/>
          </p:cNvSpPr>
          <p:nvPr>
            <p:ph type="ftr" sz="quarter" idx="3"/>
          </p:nvPr>
        </p:nvSpPr>
        <p:spPr>
          <a:xfrm>
            <a:off x="4340433" y="6495463"/>
            <a:ext cx="4114800" cy="243596"/>
          </a:xfrm>
          <a:prstGeom prst="rect">
            <a:avLst/>
          </a:prstGeom>
        </p:spPr>
        <p:txBody>
          <a:bodyPr vert="horz" lIns="91440" tIns="45720" rIns="91440" bIns="45720" rtlCol="0" anchor="ctr"/>
          <a:lstStyle>
            <a:lvl1pPr algn="ctr">
              <a:defRPr sz="1200">
                <a:solidFill>
                  <a:schemeClr val="tx1"/>
                </a:solidFill>
                <a:latin typeface="Ubuntu Light" panose="020B0304030602030204"/>
              </a:defRPr>
            </a:lvl1pPr>
          </a:lstStyle>
          <a:p>
            <a:endParaRPr lang="de-DE"/>
          </a:p>
        </p:txBody>
      </p:sp>
      <p:sp>
        <p:nvSpPr>
          <p:cNvPr id="26" name="Foliennummernplatzhalter 25">
            <a:extLst>
              <a:ext uri="{FF2B5EF4-FFF2-40B4-BE49-F238E27FC236}">
                <a16:creationId xmlns:a16="http://schemas.microsoft.com/office/drawing/2014/main" id="{6134AE4A-BC02-43E5-9BFA-5738EB658406}"/>
              </a:ext>
            </a:extLst>
          </p:cNvPr>
          <p:cNvSpPr>
            <a:spLocks noGrp="1"/>
          </p:cNvSpPr>
          <p:nvPr>
            <p:ph type="sldNum" sz="quarter" idx="4"/>
          </p:nvPr>
        </p:nvSpPr>
        <p:spPr>
          <a:xfrm>
            <a:off x="9442905" y="6495463"/>
            <a:ext cx="2514559" cy="243596"/>
          </a:xfrm>
          <a:prstGeom prst="rect">
            <a:avLst/>
          </a:prstGeom>
        </p:spPr>
        <p:txBody>
          <a:bodyPr vert="horz" lIns="91440" tIns="45720" rIns="91440" bIns="45720" rtlCol="0" anchor="ctr"/>
          <a:lstStyle>
            <a:lvl1pPr algn="r">
              <a:defRPr sz="1200">
                <a:solidFill>
                  <a:schemeClr val="tx1"/>
                </a:solidFill>
              </a:defRPr>
            </a:lvl1pPr>
          </a:lstStyle>
          <a:p>
            <a:fld id="{FD122D77-694D-4F38-AA5D-5C44EE676392}" type="slidenum">
              <a:rPr lang="de-DE" smtClean="0"/>
              <a:pPr/>
              <a:t>‹Nr.›</a:t>
            </a:fld>
            <a:endParaRPr lang="de-DE"/>
          </a:p>
        </p:txBody>
      </p:sp>
      <p:pic>
        <p:nvPicPr>
          <p:cNvPr id="2" name="Grafik 1">
            <a:extLst>
              <a:ext uri="{FF2B5EF4-FFF2-40B4-BE49-F238E27FC236}">
                <a16:creationId xmlns:a16="http://schemas.microsoft.com/office/drawing/2014/main" id="{19DE54F4-6E41-AE5C-DC03-2416A793C6C7}"/>
              </a:ext>
            </a:extLst>
          </p:cNvPr>
          <p:cNvPicPr>
            <a:picLocks noChangeAspect="1"/>
          </p:cNvPicPr>
          <p:nvPr userDrawn="1"/>
        </p:nvPicPr>
        <p:blipFill>
          <a:blip r:embed="rId28"/>
          <a:stretch>
            <a:fillRect/>
          </a:stretch>
        </p:blipFill>
        <p:spPr>
          <a:xfrm>
            <a:off x="11023313" y="72981"/>
            <a:ext cx="981652" cy="525574"/>
          </a:xfrm>
          <a:prstGeom prst="rect">
            <a:avLst/>
          </a:prstGeom>
        </p:spPr>
      </p:pic>
    </p:spTree>
    <p:extLst>
      <p:ext uri="{BB962C8B-B14F-4D97-AF65-F5344CB8AC3E}">
        <p14:creationId xmlns:p14="http://schemas.microsoft.com/office/powerpoint/2010/main" val="1782930176"/>
      </p:ext>
    </p:extLst>
  </p:cSld>
  <p:clrMap bg1="lt1" tx1="dk1" bg2="lt2" tx2="dk2" accent1="accent1" accent2="accent2" accent3="accent3" accent4="accent4" accent5="accent5" accent6="accent6" hlink="hlink" folHlink="folHlink"/>
  <p:sldLayoutIdLst>
    <p:sldLayoutId id="2147483811" r:id="rId1"/>
    <p:sldLayoutId id="2147483813"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4" r:id="rId14"/>
    <p:sldLayoutId id="2147483855" r:id="rId15"/>
    <p:sldLayoutId id="2147483856" r:id="rId16"/>
    <p:sldLayoutId id="2147483852" r:id="rId17"/>
    <p:sldLayoutId id="2147483853" r:id="rId18"/>
    <p:sldLayoutId id="2147483815" r:id="rId19"/>
    <p:sldLayoutId id="2147483817" r:id="rId20"/>
    <p:sldLayoutId id="2147483819" r:id="rId21"/>
    <p:sldLayoutId id="2147483823" r:id="rId22"/>
    <p:sldLayoutId id="2147483825" r:id="rId23"/>
    <p:sldLayoutId id="2147483835" r:id="rId24"/>
    <p:sldLayoutId id="2147483838" r:id="rId25"/>
    <p:sldLayoutId id="2147483839" r:id="rId26"/>
  </p:sldLayoutIdLst>
  <p:transition spd="slow">
    <p:push dir="u"/>
  </p:transition>
  <p:hf hdr="0"/>
  <p:txStyles>
    <p:titleStyle>
      <a:lvl1pPr algn="l" defTabSz="609493" rtl="0" eaLnBrk="1" latinLnBrk="0" hangingPunct="1">
        <a:spcBef>
          <a:spcPct val="0"/>
        </a:spcBef>
        <a:buNone/>
        <a:defRPr lang="de-DE" sz="2800" b="0" i="0" kern="1200" smtClean="0">
          <a:solidFill>
            <a:schemeClr val="accent4"/>
          </a:solidFill>
          <a:latin typeface="Ubuntu Light" panose="020B0304030602030204" pitchFamily="34" charset="0"/>
          <a:ea typeface="+mn-ea"/>
          <a:cs typeface="+mn-cs"/>
        </a:defRPr>
      </a:lvl1pPr>
    </p:titleStyle>
    <p:bodyStyle>
      <a:lvl1pPr marL="342900" indent="-342900" algn="l" defTabSz="609493" rtl="0" eaLnBrk="1" latinLnBrk="0" hangingPunct="1">
        <a:spcBef>
          <a:spcPts val="600"/>
        </a:spcBef>
        <a:spcAft>
          <a:spcPts val="1200"/>
        </a:spcAft>
        <a:buClr>
          <a:schemeClr val="accent1"/>
        </a:buClr>
        <a:buFont typeface="Wingdings" panose="05000000000000000000" pitchFamily="2" charset="2"/>
        <a:buChar char="§"/>
        <a:defRPr sz="2000" kern="1200">
          <a:solidFill>
            <a:schemeClr val="tx1"/>
          </a:solidFill>
          <a:latin typeface="Ubuntu Light" panose="020B0304030602030204"/>
          <a:ea typeface="+mn-ea"/>
          <a:cs typeface="+mn-cs"/>
        </a:defRPr>
      </a:lvl1pPr>
      <a:lvl2pPr marL="952394" indent="-342900" algn="l" defTabSz="609493" rtl="0" eaLnBrk="1" latinLnBrk="0" hangingPunct="1">
        <a:spcBef>
          <a:spcPts val="600"/>
        </a:spcBef>
        <a:spcAft>
          <a:spcPts val="1200"/>
        </a:spcAft>
        <a:buClr>
          <a:schemeClr val="accent1"/>
        </a:buClr>
        <a:buFont typeface="Symbol" panose="05050102010706020507" pitchFamily="18" charset="2"/>
        <a:buChar char="-"/>
        <a:defRPr sz="1800" kern="1200">
          <a:solidFill>
            <a:schemeClr val="tx1"/>
          </a:solidFill>
          <a:latin typeface="Ubuntu Light" panose="020B0304030602030204"/>
          <a:ea typeface="+mn-ea"/>
          <a:cs typeface="+mn-cs"/>
        </a:defRPr>
      </a:lvl2pPr>
      <a:lvl3pPr marL="1561886" indent="-342900" algn="l" defTabSz="609493" rtl="0" eaLnBrk="1" latinLnBrk="0" hangingPunct="1">
        <a:spcBef>
          <a:spcPts val="600"/>
        </a:spcBef>
        <a:spcAft>
          <a:spcPts val="1200"/>
        </a:spcAft>
        <a:buClr>
          <a:schemeClr val="accent1"/>
        </a:buClr>
        <a:buFont typeface="Courier New" panose="02070309020205020404" pitchFamily="49" charset="0"/>
        <a:buChar char="o"/>
        <a:defRPr sz="1800" kern="1200">
          <a:solidFill>
            <a:schemeClr val="tx1"/>
          </a:solidFill>
          <a:latin typeface="Ubuntu Light" panose="020B0304030602030204"/>
          <a:ea typeface="+mn-ea"/>
          <a:cs typeface="+mn-cs"/>
        </a:defRPr>
      </a:lvl3pPr>
      <a:lvl4pPr marL="2171380" indent="-342900" algn="l" defTabSz="609493" rtl="0" eaLnBrk="1" latinLnBrk="0" hangingPunct="1">
        <a:spcBef>
          <a:spcPts val="600"/>
        </a:spcBef>
        <a:spcAft>
          <a:spcPts val="1200"/>
        </a:spcAft>
        <a:buClr>
          <a:schemeClr val="accent1"/>
        </a:buClr>
        <a:buFont typeface="Arial" panose="020B0604020202020204" pitchFamily="34" charset="0"/>
        <a:buChar char="•"/>
        <a:defRPr sz="1600" kern="1200">
          <a:solidFill>
            <a:schemeClr val="tx1"/>
          </a:solidFill>
          <a:latin typeface="Ubuntu Light" panose="020B0304030602030204"/>
          <a:ea typeface="+mn-ea"/>
          <a:cs typeface="+mn-cs"/>
        </a:defRPr>
      </a:lvl4pPr>
      <a:lvl5pPr marL="2780873" indent="-342900" algn="l" defTabSz="609493" rtl="0" eaLnBrk="1" latinLnBrk="0" hangingPunct="1">
        <a:spcBef>
          <a:spcPts val="600"/>
        </a:spcBef>
        <a:spcAft>
          <a:spcPts val="1200"/>
        </a:spcAft>
        <a:buClr>
          <a:schemeClr val="accent1"/>
        </a:buClr>
        <a:buFont typeface="Arial" panose="020B0604020202020204" pitchFamily="34" charset="0"/>
        <a:buChar char="•"/>
        <a:defRPr sz="1400" kern="1200">
          <a:solidFill>
            <a:schemeClr val="tx1"/>
          </a:solidFill>
          <a:latin typeface="Ubuntu Light" panose="020B0304030602030204"/>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de-DE"/>
      </a:defPPr>
      <a:lvl1pPr marL="0" algn="l" defTabSz="609493" rtl="0" eaLnBrk="1" latinLnBrk="0" hangingPunct="1">
        <a:defRPr sz="2400" kern="1200">
          <a:solidFill>
            <a:schemeClr val="tx1"/>
          </a:solidFill>
          <a:latin typeface="+mn-lt"/>
          <a:ea typeface="+mn-ea"/>
          <a:cs typeface="+mn-cs"/>
        </a:defRPr>
      </a:lvl1pPr>
      <a:lvl2pPr marL="609493" algn="l" defTabSz="609493" rtl="0" eaLnBrk="1" latinLnBrk="0" hangingPunct="1">
        <a:defRPr sz="2400" kern="1200">
          <a:solidFill>
            <a:schemeClr val="tx1"/>
          </a:solidFill>
          <a:latin typeface="+mn-lt"/>
          <a:ea typeface="+mn-ea"/>
          <a:cs typeface="+mn-cs"/>
        </a:defRPr>
      </a:lvl2pPr>
      <a:lvl3pPr marL="1218987" algn="l" defTabSz="609493" rtl="0" eaLnBrk="1" latinLnBrk="0" hangingPunct="1">
        <a:defRPr sz="2400" kern="1200">
          <a:solidFill>
            <a:schemeClr val="tx1"/>
          </a:solidFill>
          <a:latin typeface="+mn-lt"/>
          <a:ea typeface="+mn-ea"/>
          <a:cs typeface="+mn-cs"/>
        </a:defRPr>
      </a:lvl3pPr>
      <a:lvl4pPr marL="1828480" algn="l" defTabSz="609493" rtl="0" eaLnBrk="1" latinLnBrk="0" hangingPunct="1">
        <a:defRPr sz="2400" kern="1200">
          <a:solidFill>
            <a:schemeClr val="tx1"/>
          </a:solidFill>
          <a:latin typeface="+mn-lt"/>
          <a:ea typeface="+mn-ea"/>
          <a:cs typeface="+mn-cs"/>
        </a:defRPr>
      </a:lvl4pPr>
      <a:lvl5pPr marL="2437973" algn="l" defTabSz="609493" rtl="0" eaLnBrk="1" latinLnBrk="0" hangingPunct="1">
        <a:defRPr sz="2400" kern="1200">
          <a:solidFill>
            <a:schemeClr val="tx1"/>
          </a:solidFill>
          <a:latin typeface="+mn-lt"/>
          <a:ea typeface="+mn-ea"/>
          <a:cs typeface="+mn-cs"/>
        </a:defRPr>
      </a:lvl5pPr>
      <a:lvl6pPr marL="3047467" algn="l" defTabSz="609493" rtl="0" eaLnBrk="1" latinLnBrk="0" hangingPunct="1">
        <a:defRPr sz="2400" kern="1200">
          <a:solidFill>
            <a:schemeClr val="tx1"/>
          </a:solidFill>
          <a:latin typeface="+mn-lt"/>
          <a:ea typeface="+mn-ea"/>
          <a:cs typeface="+mn-cs"/>
        </a:defRPr>
      </a:lvl6pPr>
      <a:lvl7pPr marL="3656960" algn="l" defTabSz="609493" rtl="0" eaLnBrk="1" latinLnBrk="0" hangingPunct="1">
        <a:defRPr sz="2400" kern="1200">
          <a:solidFill>
            <a:schemeClr val="tx1"/>
          </a:solidFill>
          <a:latin typeface="+mn-lt"/>
          <a:ea typeface="+mn-ea"/>
          <a:cs typeface="+mn-cs"/>
        </a:defRPr>
      </a:lvl7pPr>
      <a:lvl8pPr marL="4266453" algn="l" defTabSz="609493" rtl="0" eaLnBrk="1" latinLnBrk="0" hangingPunct="1">
        <a:defRPr sz="2400" kern="1200">
          <a:solidFill>
            <a:schemeClr val="tx1"/>
          </a:solidFill>
          <a:latin typeface="+mn-lt"/>
          <a:ea typeface="+mn-ea"/>
          <a:cs typeface="+mn-cs"/>
        </a:defRPr>
      </a:lvl8pPr>
      <a:lvl9pPr marL="4875947" algn="l" defTabSz="609493"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hyperlink" Target="https://git.d-velop.de/dvelopdocuments/poc/n8n-connector/-/tree/62f365248aed0bbe073fbe8b59e12455b817fff8/" TargetMode="External"/><Relationship Id="rId2" Type="http://schemas.openxmlformats.org/officeDocument/2006/relationships/hyperlink" Target="https://git.d-velop.de/dvelopdocuments/poc/n8n-connector/-/blob/62f365248aed0bbe073fbe8b59e12455b817fff8/README.md#dvelop-actions-node---documentation" TargetMode="External"/><Relationship Id="rId1" Type="http://schemas.openxmlformats.org/officeDocument/2006/relationships/slideLayout" Target="../slideLayouts/slideLayout4.xml"/><Relationship Id="rId4" Type="http://schemas.openxmlformats.org/officeDocument/2006/relationships/hyperlink" Target="https://docs.n8n.io/"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F82AA-F885-8FEF-7145-5970F01AB82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6ED187AA-9C8C-93D5-4220-E0035830D7BF}"/>
              </a:ext>
            </a:extLst>
          </p:cNvPr>
          <p:cNvSpPr>
            <a:spLocks noGrp="1"/>
          </p:cNvSpPr>
          <p:nvPr>
            <p:ph type="body" sz="quarter" idx="21"/>
          </p:nvPr>
        </p:nvSpPr>
        <p:spPr>
          <a:xfrm>
            <a:off x="869918" y="1134309"/>
            <a:ext cx="10248962" cy="973493"/>
          </a:xfrm>
        </p:spPr>
        <p:txBody>
          <a:bodyPr>
            <a:normAutofit fontScale="77500" lnSpcReduction="20000"/>
          </a:bodyPr>
          <a:lstStyle/>
          <a:p>
            <a:r>
              <a:rPr lang="de-DE" dirty="0"/>
              <a:t>Prozessautomatisierung mit</a:t>
            </a:r>
          </a:p>
        </p:txBody>
      </p:sp>
      <p:sp>
        <p:nvSpPr>
          <p:cNvPr id="3" name="Textplatzhalter 2">
            <a:extLst>
              <a:ext uri="{FF2B5EF4-FFF2-40B4-BE49-F238E27FC236}">
                <a16:creationId xmlns:a16="http://schemas.microsoft.com/office/drawing/2014/main" id="{8A3A89C2-6680-0463-4A16-55CED763FABF}"/>
              </a:ext>
            </a:extLst>
          </p:cNvPr>
          <p:cNvSpPr>
            <a:spLocks noGrp="1"/>
          </p:cNvSpPr>
          <p:nvPr>
            <p:ph type="body" sz="quarter" idx="22"/>
          </p:nvPr>
        </p:nvSpPr>
        <p:spPr>
          <a:xfrm>
            <a:off x="1143457" y="4687939"/>
            <a:ext cx="10248962" cy="966402"/>
          </a:xfrm>
        </p:spPr>
        <p:txBody>
          <a:bodyPr/>
          <a:lstStyle/>
          <a:p>
            <a:r>
              <a:rPr lang="de-DE" dirty="0"/>
              <a:t>Eine d.velop Integration</a:t>
            </a:r>
          </a:p>
        </p:txBody>
      </p:sp>
      <p:pic>
        <p:nvPicPr>
          <p:cNvPr id="4" name="Grafik 3" descr="N8n – Wikipedia">
            <a:extLst>
              <a:ext uri="{FF2B5EF4-FFF2-40B4-BE49-F238E27FC236}">
                <a16:creationId xmlns:a16="http://schemas.microsoft.com/office/drawing/2014/main" id="{D1E3D2B2-EC56-54E6-2D6E-F3DE9E3ECA6A}"/>
              </a:ext>
            </a:extLst>
          </p:cNvPr>
          <p:cNvPicPr>
            <a:picLocks noChangeAspect="1"/>
          </p:cNvPicPr>
          <p:nvPr/>
        </p:nvPicPr>
        <p:blipFill>
          <a:blip r:embed="rId2"/>
          <a:stretch>
            <a:fillRect/>
          </a:stretch>
        </p:blipFill>
        <p:spPr>
          <a:xfrm>
            <a:off x="2769227" y="2014017"/>
            <a:ext cx="6450343" cy="2580137"/>
          </a:xfrm>
          <a:prstGeom prst="rect">
            <a:avLst/>
          </a:prstGeom>
        </p:spPr>
      </p:pic>
    </p:spTree>
    <p:extLst>
      <p:ext uri="{BB962C8B-B14F-4D97-AF65-F5344CB8AC3E}">
        <p14:creationId xmlns:p14="http://schemas.microsoft.com/office/powerpoint/2010/main" val="729894362"/>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314A7-8AB9-251A-7549-63E008CD228E}"/>
            </a:ext>
          </a:extLst>
        </p:cNvPr>
        <p:cNvGrpSpPr/>
        <p:nvPr/>
      </p:nvGrpSpPr>
      <p:grpSpPr>
        <a:xfrm>
          <a:off x="0" y="0"/>
          <a:ext cx="0" cy="0"/>
          <a:chOff x="0" y="0"/>
          <a:chExt cx="0" cy="0"/>
        </a:xfrm>
      </p:grpSpPr>
      <p:sp>
        <p:nvSpPr>
          <p:cNvPr id="4" name="Textplatzhalter 3">
            <a:extLst>
              <a:ext uri="{FF2B5EF4-FFF2-40B4-BE49-F238E27FC236}">
                <a16:creationId xmlns:a16="http://schemas.microsoft.com/office/drawing/2014/main" id="{1DDA86B5-9480-964A-0997-7F0A61F06D5C}"/>
              </a:ext>
            </a:extLst>
          </p:cNvPr>
          <p:cNvSpPr>
            <a:spLocks noGrp="1"/>
          </p:cNvSpPr>
          <p:nvPr>
            <p:ph type="body" sz="quarter" idx="10"/>
          </p:nvPr>
        </p:nvSpPr>
        <p:spPr/>
        <p:txBody>
          <a:bodyPr>
            <a:normAutofit fontScale="92500" lnSpcReduction="20000"/>
          </a:bodyPr>
          <a:lstStyle/>
          <a:p>
            <a:r>
              <a:rPr lang="de-DE" dirty="0"/>
              <a:t>Santino Knecht</a:t>
            </a:r>
          </a:p>
        </p:txBody>
      </p:sp>
      <p:sp>
        <p:nvSpPr>
          <p:cNvPr id="5" name="Textplatzhalter 4">
            <a:extLst>
              <a:ext uri="{FF2B5EF4-FFF2-40B4-BE49-F238E27FC236}">
                <a16:creationId xmlns:a16="http://schemas.microsoft.com/office/drawing/2014/main" id="{C28E4136-4FAF-9EDC-B888-09EEDF021CAB}"/>
              </a:ext>
            </a:extLst>
          </p:cNvPr>
          <p:cNvSpPr>
            <a:spLocks noGrp="1"/>
          </p:cNvSpPr>
          <p:nvPr>
            <p:ph type="body" sz="quarter" idx="11"/>
          </p:nvPr>
        </p:nvSpPr>
        <p:spPr/>
        <p:txBody>
          <a:bodyPr/>
          <a:lstStyle/>
          <a:p>
            <a:r>
              <a:rPr lang="de-DE" dirty="0"/>
              <a:t>Praktikant im Bereich IT / Softwareentwicklung</a:t>
            </a:r>
          </a:p>
        </p:txBody>
      </p:sp>
      <p:sp>
        <p:nvSpPr>
          <p:cNvPr id="7" name="Textplatzhalter 6">
            <a:extLst>
              <a:ext uri="{FF2B5EF4-FFF2-40B4-BE49-F238E27FC236}">
                <a16:creationId xmlns:a16="http://schemas.microsoft.com/office/drawing/2014/main" id="{89C2AD2B-3910-1936-1489-09EFF8BEBD0F}"/>
              </a:ext>
            </a:extLst>
          </p:cNvPr>
          <p:cNvSpPr>
            <a:spLocks noGrp="1"/>
          </p:cNvSpPr>
          <p:nvPr>
            <p:ph type="body" sz="quarter" idx="16"/>
          </p:nvPr>
        </p:nvSpPr>
        <p:spPr>
          <a:xfrm>
            <a:off x="600364" y="3806170"/>
            <a:ext cx="4706282" cy="516447"/>
          </a:xfrm>
        </p:spPr>
        <p:txBody>
          <a:bodyPr>
            <a:normAutofit fontScale="70000" lnSpcReduction="20000"/>
          </a:bodyPr>
          <a:lstStyle/>
          <a:p>
            <a:r>
              <a:rPr lang="de-DE" sz="4600" dirty="0"/>
              <a:t>Schwerpunkte</a:t>
            </a:r>
            <a:endParaRPr lang="de-DE" dirty="0"/>
          </a:p>
        </p:txBody>
      </p:sp>
      <p:sp>
        <p:nvSpPr>
          <p:cNvPr id="8" name="Textplatzhalter 7">
            <a:extLst>
              <a:ext uri="{FF2B5EF4-FFF2-40B4-BE49-F238E27FC236}">
                <a16:creationId xmlns:a16="http://schemas.microsoft.com/office/drawing/2014/main" id="{C35621FE-C03C-18EE-6760-36CA0ED6DAFC}"/>
              </a:ext>
            </a:extLst>
          </p:cNvPr>
          <p:cNvSpPr>
            <a:spLocks noGrp="1"/>
          </p:cNvSpPr>
          <p:nvPr>
            <p:ph type="body" sz="quarter" idx="17"/>
          </p:nvPr>
        </p:nvSpPr>
        <p:spPr>
          <a:xfrm>
            <a:off x="185811" y="4443480"/>
            <a:ext cx="5814648" cy="1719684"/>
          </a:xfrm>
        </p:spPr>
        <p:txBody>
          <a:bodyPr>
            <a:noAutofit/>
          </a:bodyPr>
          <a:lstStyle/>
          <a:p>
            <a:pPr marL="285750" indent="-285750" algn="l">
              <a:buFont typeface="Arial" panose="020B0604020202020204" pitchFamily="34" charset="0"/>
              <a:buChar char="•"/>
            </a:pPr>
            <a:r>
              <a:rPr lang="de-DE" sz="1600" dirty="0"/>
              <a:t>Entwicklung und Integrationen von Automatisierungslösungen</a:t>
            </a:r>
          </a:p>
          <a:p>
            <a:pPr marL="285750" indent="-285750" algn="l">
              <a:buFont typeface="Arial" panose="020B0604020202020204" pitchFamily="34" charset="0"/>
              <a:buChar char="•"/>
            </a:pPr>
            <a:r>
              <a:rPr lang="de-DE" sz="1600" dirty="0"/>
              <a:t>Anbindung von Unternehmenssystemen über APIs</a:t>
            </a:r>
          </a:p>
          <a:p>
            <a:pPr marL="285750" indent="-285750" algn="l">
              <a:buFont typeface="Arial" panose="020B0604020202020204" pitchFamily="34" charset="0"/>
              <a:buChar char="•"/>
            </a:pPr>
            <a:r>
              <a:rPr lang="de-DE" sz="1600" dirty="0"/>
              <a:t>Entwicklung einer Custom Integration für das Dokumentenmanagementsystem von d.velop</a:t>
            </a:r>
          </a:p>
          <a:p>
            <a:pPr marL="285750" indent="-285750" algn="l">
              <a:buFont typeface="Arial" panose="020B0604020202020204" pitchFamily="34" charset="0"/>
              <a:buChar char="•"/>
            </a:pPr>
            <a:r>
              <a:rPr lang="de-DE" sz="1600" dirty="0"/>
              <a:t>Analyse und Umsetzung automatisierbarer Prozesse</a:t>
            </a:r>
          </a:p>
        </p:txBody>
      </p:sp>
      <p:sp>
        <p:nvSpPr>
          <p:cNvPr id="9" name="Textplatzhalter 8">
            <a:extLst>
              <a:ext uri="{FF2B5EF4-FFF2-40B4-BE49-F238E27FC236}">
                <a16:creationId xmlns:a16="http://schemas.microsoft.com/office/drawing/2014/main" id="{2DBD6922-496E-62B8-45FD-26A62F585A15}"/>
              </a:ext>
            </a:extLst>
          </p:cNvPr>
          <p:cNvSpPr>
            <a:spLocks noGrp="1"/>
          </p:cNvSpPr>
          <p:nvPr>
            <p:ph type="body" sz="quarter" idx="18"/>
          </p:nvPr>
        </p:nvSpPr>
        <p:spPr>
          <a:xfrm>
            <a:off x="5306646" y="3806169"/>
            <a:ext cx="7085356" cy="516447"/>
          </a:xfrm>
        </p:spPr>
        <p:txBody>
          <a:bodyPr>
            <a:noAutofit/>
          </a:bodyPr>
          <a:lstStyle/>
          <a:p>
            <a:r>
              <a:rPr lang="de-DE" sz="3200" dirty="0"/>
              <a:t>Integration entwickelt</a:t>
            </a:r>
          </a:p>
        </p:txBody>
      </p:sp>
      <p:sp>
        <p:nvSpPr>
          <p:cNvPr id="10" name="Textplatzhalter 9">
            <a:extLst>
              <a:ext uri="{FF2B5EF4-FFF2-40B4-BE49-F238E27FC236}">
                <a16:creationId xmlns:a16="http://schemas.microsoft.com/office/drawing/2014/main" id="{9E8F7F47-A5CD-2A22-9383-A8E8D7683A33}"/>
              </a:ext>
            </a:extLst>
          </p:cNvPr>
          <p:cNvSpPr>
            <a:spLocks noGrp="1"/>
          </p:cNvSpPr>
          <p:nvPr>
            <p:ph type="body" sz="quarter" idx="19"/>
          </p:nvPr>
        </p:nvSpPr>
        <p:spPr>
          <a:xfrm>
            <a:off x="6368120" y="4443480"/>
            <a:ext cx="5542526" cy="675953"/>
          </a:xfrm>
        </p:spPr>
        <p:txBody>
          <a:bodyPr>
            <a:normAutofit fontScale="92500"/>
          </a:bodyPr>
          <a:lstStyle/>
          <a:p>
            <a:pPr marL="285750" indent="-285750">
              <a:buFont typeface="Arial" panose="020B0604020202020204" pitchFamily="34" charset="0"/>
              <a:buChar char="•"/>
            </a:pPr>
            <a:r>
              <a:rPr lang="de-DE" dirty="0"/>
              <a:t>Ermöglicht automatisierten Zugriff auf Dokumente und Benutzerinformationen aus dem d.velop System</a:t>
            </a:r>
          </a:p>
        </p:txBody>
      </p:sp>
    </p:spTree>
    <p:extLst>
      <p:ext uri="{BB962C8B-B14F-4D97-AF65-F5344CB8AC3E}">
        <p14:creationId xmlns:p14="http://schemas.microsoft.com/office/powerpoint/2010/main" val="219245223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934E5-1869-605D-582D-CB8D4E41A170}"/>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7E935598-8CAB-17C5-420C-7AE7D84BC24F}"/>
              </a:ext>
            </a:extLst>
          </p:cNvPr>
          <p:cNvSpPr>
            <a:spLocks noGrp="1"/>
          </p:cNvSpPr>
          <p:nvPr>
            <p:ph type="body" sz="quarter" idx="11"/>
          </p:nvPr>
        </p:nvSpPr>
        <p:spPr>
          <a:xfrm>
            <a:off x="2066130" y="1654729"/>
            <a:ext cx="8648762" cy="2503335"/>
          </a:xfrm>
        </p:spPr>
        <p:txBody>
          <a:bodyPr>
            <a:normAutofit fontScale="92500"/>
          </a:bodyPr>
          <a:lstStyle/>
          <a:p>
            <a:r>
              <a:rPr lang="de-DE" dirty="0"/>
              <a:t>Der wahre Mehrwert entsteht, wenn Systeme nicht isoliert sondern nahtlos zusammenarbeiten!</a:t>
            </a:r>
          </a:p>
        </p:txBody>
      </p:sp>
      <p:sp>
        <p:nvSpPr>
          <p:cNvPr id="3" name="Textplatzhalter 2">
            <a:extLst>
              <a:ext uri="{FF2B5EF4-FFF2-40B4-BE49-F238E27FC236}">
                <a16:creationId xmlns:a16="http://schemas.microsoft.com/office/drawing/2014/main" id="{8B542916-66C2-846C-3B99-6B01DF0981D6}"/>
              </a:ext>
            </a:extLst>
          </p:cNvPr>
          <p:cNvSpPr>
            <a:spLocks noGrp="1"/>
          </p:cNvSpPr>
          <p:nvPr>
            <p:ph type="body" sz="quarter" idx="24"/>
          </p:nvPr>
        </p:nvSpPr>
        <p:spPr>
          <a:xfrm>
            <a:off x="1883264" y="4309234"/>
            <a:ext cx="4212737" cy="453183"/>
          </a:xfrm>
        </p:spPr>
        <p:txBody>
          <a:bodyPr/>
          <a:lstStyle/>
          <a:p>
            <a:r>
              <a:rPr lang="de-DE" dirty="0"/>
              <a:t>Santino Knecht</a:t>
            </a:r>
          </a:p>
        </p:txBody>
      </p:sp>
      <p:sp>
        <p:nvSpPr>
          <p:cNvPr id="6" name="Textplatzhalter 5">
            <a:extLst>
              <a:ext uri="{FF2B5EF4-FFF2-40B4-BE49-F238E27FC236}">
                <a16:creationId xmlns:a16="http://schemas.microsoft.com/office/drawing/2014/main" id="{061802BA-025D-2137-1275-9063B7CAE86D}"/>
              </a:ext>
            </a:extLst>
          </p:cNvPr>
          <p:cNvSpPr>
            <a:spLocks noGrp="1"/>
          </p:cNvSpPr>
          <p:nvPr>
            <p:ph type="body" sz="quarter" idx="25"/>
          </p:nvPr>
        </p:nvSpPr>
        <p:spPr>
          <a:xfrm>
            <a:off x="6096000" y="4309234"/>
            <a:ext cx="4212736" cy="453183"/>
          </a:xfrm>
        </p:spPr>
        <p:txBody>
          <a:bodyPr/>
          <a:lstStyle/>
          <a:p>
            <a:r>
              <a:rPr lang="de-DE" dirty="0"/>
              <a:t>Praktikant d.velop AG</a:t>
            </a:r>
          </a:p>
        </p:txBody>
      </p:sp>
    </p:spTree>
    <p:extLst>
      <p:ext uri="{BB962C8B-B14F-4D97-AF65-F5344CB8AC3E}">
        <p14:creationId xmlns:p14="http://schemas.microsoft.com/office/powerpoint/2010/main" val="344911476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FFB4F-9C29-E42D-EF3C-B60CA14C843C}"/>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3158CF02-5B57-3923-7E85-FAB416DE5A7F}"/>
              </a:ext>
            </a:extLst>
          </p:cNvPr>
          <p:cNvSpPr>
            <a:spLocks noGrp="1"/>
          </p:cNvSpPr>
          <p:nvPr>
            <p:ph type="title"/>
          </p:nvPr>
        </p:nvSpPr>
        <p:spPr/>
        <p:txBody>
          <a:bodyPr/>
          <a:lstStyle/>
          <a:p>
            <a:r>
              <a:rPr lang="de-DE" b="1" dirty="0"/>
              <a:t>Aktuelle Herausforderung</a:t>
            </a:r>
          </a:p>
        </p:txBody>
      </p:sp>
      <p:sp>
        <p:nvSpPr>
          <p:cNvPr id="5" name="Textplatzhalter 4">
            <a:extLst>
              <a:ext uri="{FF2B5EF4-FFF2-40B4-BE49-F238E27FC236}">
                <a16:creationId xmlns:a16="http://schemas.microsoft.com/office/drawing/2014/main" id="{71C0D1D9-08CF-8807-8B86-700EF44F9F78}"/>
              </a:ext>
            </a:extLst>
          </p:cNvPr>
          <p:cNvSpPr>
            <a:spLocks noGrp="1"/>
          </p:cNvSpPr>
          <p:nvPr>
            <p:ph type="body" sz="quarter" idx="13"/>
          </p:nvPr>
        </p:nvSpPr>
        <p:spPr>
          <a:xfrm>
            <a:off x="611148" y="814754"/>
            <a:ext cx="10171112" cy="406398"/>
          </a:xfrm>
        </p:spPr>
        <p:txBody>
          <a:bodyPr/>
          <a:lstStyle/>
          <a:p>
            <a:r>
              <a:rPr lang="de-DE" dirty="0"/>
              <a:t>Isolierte Systeme verhindern effiziente Automatisierung</a:t>
            </a:r>
          </a:p>
        </p:txBody>
      </p:sp>
      <p:sp>
        <p:nvSpPr>
          <p:cNvPr id="9" name="Textplatzhalter 8">
            <a:extLst>
              <a:ext uri="{FF2B5EF4-FFF2-40B4-BE49-F238E27FC236}">
                <a16:creationId xmlns:a16="http://schemas.microsoft.com/office/drawing/2014/main" id="{3F9CC498-7D19-25BC-158F-7653199C599A}"/>
              </a:ext>
            </a:extLst>
          </p:cNvPr>
          <p:cNvSpPr>
            <a:spLocks noGrp="1"/>
          </p:cNvSpPr>
          <p:nvPr>
            <p:ph type="body" sz="half" idx="24"/>
          </p:nvPr>
        </p:nvSpPr>
        <p:spPr>
          <a:xfrm>
            <a:off x="407947" y="1963735"/>
            <a:ext cx="4382883" cy="4873625"/>
          </a:xfrm>
        </p:spPr>
        <p:txBody>
          <a:bodyPr/>
          <a:lstStyle/>
          <a:p>
            <a:r>
              <a:rPr lang="de-DE" dirty="0"/>
              <a:t>Unternehmenssysteme arbeiten oft isoliert voneinander</a:t>
            </a:r>
          </a:p>
          <a:p>
            <a:r>
              <a:rPr lang="de-DE" dirty="0"/>
              <a:t>Daten und Dokumente müssen manuell verarbeitet werden</a:t>
            </a:r>
          </a:p>
          <a:p>
            <a:r>
              <a:rPr lang="de-DE" dirty="0"/>
              <a:t>Prozesse sind zeitaufwendig und fehleranfällig</a:t>
            </a:r>
          </a:p>
          <a:p>
            <a:r>
              <a:rPr lang="de-DE" dirty="0"/>
              <a:t>Automatisierung ist nur begrenzt möglich</a:t>
            </a:r>
          </a:p>
        </p:txBody>
      </p:sp>
      <p:sp>
        <p:nvSpPr>
          <p:cNvPr id="11" name="Rechteck: abgerundete Ecken 10">
            <a:extLst>
              <a:ext uri="{FF2B5EF4-FFF2-40B4-BE49-F238E27FC236}">
                <a16:creationId xmlns:a16="http://schemas.microsoft.com/office/drawing/2014/main" id="{90A21C8A-6E8D-5A8C-535D-40D1F133F8D5}"/>
              </a:ext>
            </a:extLst>
          </p:cNvPr>
          <p:cNvSpPr/>
          <p:nvPr/>
        </p:nvSpPr>
        <p:spPr>
          <a:xfrm>
            <a:off x="6969836" y="1331422"/>
            <a:ext cx="2805723" cy="691414"/>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de-DE" b="1" dirty="0"/>
              <a:t>Dokumentensystem</a:t>
            </a:r>
          </a:p>
        </p:txBody>
      </p:sp>
      <p:sp>
        <p:nvSpPr>
          <p:cNvPr id="16" name="Pfeil: nach unten 15">
            <a:extLst>
              <a:ext uri="{FF2B5EF4-FFF2-40B4-BE49-F238E27FC236}">
                <a16:creationId xmlns:a16="http://schemas.microsoft.com/office/drawing/2014/main" id="{8B3D4903-B22C-FF3C-12CC-F5E27C6ECBDE}"/>
              </a:ext>
            </a:extLst>
          </p:cNvPr>
          <p:cNvSpPr/>
          <p:nvPr/>
        </p:nvSpPr>
        <p:spPr>
          <a:xfrm>
            <a:off x="8250072" y="2109660"/>
            <a:ext cx="245250" cy="593113"/>
          </a:xfrm>
          <a:prstGeom prst="downArrow">
            <a:avLst/>
          </a:prstGeom>
          <a:solidFill>
            <a:schemeClr val="tx1"/>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 name="Rechteck: abgerundete Ecken 16">
            <a:extLst>
              <a:ext uri="{FF2B5EF4-FFF2-40B4-BE49-F238E27FC236}">
                <a16:creationId xmlns:a16="http://schemas.microsoft.com/office/drawing/2014/main" id="{6C253A78-7578-27FB-8ABA-A4F5857DE69C}"/>
              </a:ext>
            </a:extLst>
          </p:cNvPr>
          <p:cNvSpPr/>
          <p:nvPr/>
        </p:nvSpPr>
        <p:spPr>
          <a:xfrm>
            <a:off x="6969836" y="2789597"/>
            <a:ext cx="2805723" cy="691414"/>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de-DE" b="1" dirty="0"/>
              <a:t>Manuelle Verarbeitung</a:t>
            </a:r>
          </a:p>
        </p:txBody>
      </p:sp>
      <p:sp>
        <p:nvSpPr>
          <p:cNvPr id="19" name="Textfeld 18">
            <a:extLst>
              <a:ext uri="{FF2B5EF4-FFF2-40B4-BE49-F238E27FC236}">
                <a16:creationId xmlns:a16="http://schemas.microsoft.com/office/drawing/2014/main" id="{4F67C4A6-1295-94B6-2D46-47A2F55C0D7E}"/>
              </a:ext>
            </a:extLst>
          </p:cNvPr>
          <p:cNvSpPr txBox="1"/>
          <p:nvPr/>
        </p:nvSpPr>
        <p:spPr>
          <a:xfrm>
            <a:off x="8672103" y="2109660"/>
            <a:ext cx="1550420" cy="461665"/>
          </a:xfrm>
          <a:prstGeom prst="rect">
            <a:avLst/>
          </a:prstGeom>
          <a:noFill/>
        </p:spPr>
        <p:txBody>
          <a:bodyPr wrap="square">
            <a:spAutoFit/>
          </a:bodyPr>
          <a:lstStyle/>
          <a:p>
            <a:r>
              <a:rPr lang="de-DE" b="1" dirty="0"/>
              <a:t>manuell</a:t>
            </a:r>
          </a:p>
        </p:txBody>
      </p:sp>
      <p:sp>
        <p:nvSpPr>
          <p:cNvPr id="20" name="Rechteck: abgerundete Ecken 19">
            <a:extLst>
              <a:ext uri="{FF2B5EF4-FFF2-40B4-BE49-F238E27FC236}">
                <a16:creationId xmlns:a16="http://schemas.microsoft.com/office/drawing/2014/main" id="{180C1F50-93A6-F073-B2E6-4DEC93C95DB9}"/>
              </a:ext>
            </a:extLst>
          </p:cNvPr>
          <p:cNvSpPr/>
          <p:nvPr/>
        </p:nvSpPr>
        <p:spPr>
          <a:xfrm>
            <a:off x="6969836" y="4247772"/>
            <a:ext cx="2805723" cy="691414"/>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de-DE" b="1" dirty="0"/>
              <a:t>Zielsystem</a:t>
            </a:r>
          </a:p>
        </p:txBody>
      </p:sp>
      <p:sp>
        <p:nvSpPr>
          <p:cNvPr id="21" name="Pfeil: nach unten 20">
            <a:extLst>
              <a:ext uri="{FF2B5EF4-FFF2-40B4-BE49-F238E27FC236}">
                <a16:creationId xmlns:a16="http://schemas.microsoft.com/office/drawing/2014/main" id="{AF4F0DD2-BF9C-8E10-7D14-25B0F0FBAFB2}"/>
              </a:ext>
            </a:extLst>
          </p:cNvPr>
          <p:cNvSpPr/>
          <p:nvPr/>
        </p:nvSpPr>
        <p:spPr>
          <a:xfrm>
            <a:off x="8250072" y="3542015"/>
            <a:ext cx="245250" cy="593113"/>
          </a:xfrm>
          <a:prstGeom prst="downArrow">
            <a:avLst/>
          </a:prstGeom>
          <a:solidFill>
            <a:schemeClr val="tx1"/>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sp>
        <p:nvSpPr>
          <p:cNvPr id="24" name="Textfeld 23">
            <a:extLst>
              <a:ext uri="{FF2B5EF4-FFF2-40B4-BE49-F238E27FC236}">
                <a16:creationId xmlns:a16="http://schemas.microsoft.com/office/drawing/2014/main" id="{DB645261-BEAB-508A-B058-02A7F19C7BF7}"/>
              </a:ext>
            </a:extLst>
          </p:cNvPr>
          <p:cNvSpPr txBox="1"/>
          <p:nvPr/>
        </p:nvSpPr>
        <p:spPr>
          <a:xfrm>
            <a:off x="8746349" y="3567835"/>
            <a:ext cx="1550420" cy="461665"/>
          </a:xfrm>
          <a:prstGeom prst="rect">
            <a:avLst/>
          </a:prstGeom>
          <a:noFill/>
        </p:spPr>
        <p:txBody>
          <a:bodyPr wrap="square">
            <a:spAutoFit/>
          </a:bodyPr>
          <a:lstStyle/>
          <a:p>
            <a:r>
              <a:rPr lang="de-DE" b="1" dirty="0"/>
              <a:t>manuell</a:t>
            </a:r>
          </a:p>
        </p:txBody>
      </p:sp>
    </p:spTree>
    <p:extLst>
      <p:ext uri="{BB962C8B-B14F-4D97-AF65-F5344CB8AC3E}">
        <p14:creationId xmlns:p14="http://schemas.microsoft.com/office/powerpoint/2010/main" val="84140309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1A6DB-1170-BC55-A8FE-C1023289C5C2}"/>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6D0319E3-8560-1E37-8F75-1CC6A68C9EA0}"/>
              </a:ext>
            </a:extLst>
          </p:cNvPr>
          <p:cNvSpPr>
            <a:spLocks noGrp="1"/>
          </p:cNvSpPr>
          <p:nvPr>
            <p:ph type="body" sz="quarter" idx="22"/>
          </p:nvPr>
        </p:nvSpPr>
        <p:spPr>
          <a:xfrm>
            <a:off x="971519" y="3957754"/>
            <a:ext cx="10248962" cy="1158256"/>
          </a:xfrm>
        </p:spPr>
        <p:txBody>
          <a:bodyPr/>
          <a:lstStyle/>
          <a:p>
            <a:r>
              <a:rPr lang="de-DE" dirty="0"/>
              <a:t>Zentrale Plattform zu Integration und Automatisierung von Systemen</a:t>
            </a:r>
          </a:p>
        </p:txBody>
      </p:sp>
      <p:pic>
        <p:nvPicPr>
          <p:cNvPr id="4" name="Grafik 3" descr="N8n – Wikipedia">
            <a:extLst>
              <a:ext uri="{FF2B5EF4-FFF2-40B4-BE49-F238E27FC236}">
                <a16:creationId xmlns:a16="http://schemas.microsoft.com/office/drawing/2014/main" id="{237AC514-C518-C7F9-708C-1C22E2DD5DBB}"/>
              </a:ext>
            </a:extLst>
          </p:cNvPr>
          <p:cNvPicPr>
            <a:picLocks noChangeAspect="1"/>
          </p:cNvPicPr>
          <p:nvPr/>
        </p:nvPicPr>
        <p:blipFill>
          <a:blip r:embed="rId3"/>
          <a:stretch>
            <a:fillRect/>
          </a:stretch>
        </p:blipFill>
        <p:spPr>
          <a:xfrm>
            <a:off x="2527660" y="1524813"/>
            <a:ext cx="6784518" cy="2750866"/>
          </a:xfrm>
          <a:prstGeom prst="rect">
            <a:avLst/>
          </a:prstGeom>
        </p:spPr>
      </p:pic>
    </p:spTree>
    <p:extLst>
      <p:ext uri="{BB962C8B-B14F-4D97-AF65-F5344CB8AC3E}">
        <p14:creationId xmlns:p14="http://schemas.microsoft.com/office/powerpoint/2010/main" val="141869460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6B213-D3CC-AB10-48DA-DB7337E44F68}"/>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92E7D9C5-D3CC-9869-6611-09D6BEA7C835}"/>
              </a:ext>
            </a:extLst>
          </p:cNvPr>
          <p:cNvSpPr>
            <a:spLocks noGrp="1"/>
          </p:cNvSpPr>
          <p:nvPr>
            <p:ph type="title"/>
          </p:nvPr>
        </p:nvSpPr>
        <p:spPr/>
        <p:txBody>
          <a:bodyPr/>
          <a:lstStyle/>
          <a:p>
            <a:r>
              <a:rPr lang="de-DE" b="1" dirty="0"/>
              <a:t>Automatisierung mit n8n</a:t>
            </a:r>
          </a:p>
        </p:txBody>
      </p:sp>
      <p:sp>
        <p:nvSpPr>
          <p:cNvPr id="5" name="Textplatzhalter 4">
            <a:extLst>
              <a:ext uri="{FF2B5EF4-FFF2-40B4-BE49-F238E27FC236}">
                <a16:creationId xmlns:a16="http://schemas.microsoft.com/office/drawing/2014/main" id="{3DBB5065-5F9C-F327-F6E0-60092912CD21}"/>
              </a:ext>
            </a:extLst>
          </p:cNvPr>
          <p:cNvSpPr>
            <a:spLocks noGrp="1"/>
          </p:cNvSpPr>
          <p:nvPr>
            <p:ph type="body" sz="quarter" idx="13"/>
          </p:nvPr>
        </p:nvSpPr>
        <p:spPr>
          <a:xfrm>
            <a:off x="611148" y="814754"/>
            <a:ext cx="10171112" cy="406398"/>
          </a:xfrm>
        </p:spPr>
        <p:txBody>
          <a:bodyPr/>
          <a:lstStyle/>
          <a:p>
            <a:r>
              <a:rPr lang="de-DE" dirty="0"/>
              <a:t>Zentrale Plattform zur Integration und Automatisierung von Systemen</a:t>
            </a:r>
          </a:p>
        </p:txBody>
      </p:sp>
      <p:sp>
        <p:nvSpPr>
          <p:cNvPr id="9" name="Textplatzhalter 8">
            <a:extLst>
              <a:ext uri="{FF2B5EF4-FFF2-40B4-BE49-F238E27FC236}">
                <a16:creationId xmlns:a16="http://schemas.microsoft.com/office/drawing/2014/main" id="{AEA52039-2C92-915E-0941-818B0682CD09}"/>
              </a:ext>
            </a:extLst>
          </p:cNvPr>
          <p:cNvSpPr>
            <a:spLocks noGrp="1"/>
          </p:cNvSpPr>
          <p:nvPr>
            <p:ph type="body" sz="half" idx="24"/>
          </p:nvPr>
        </p:nvSpPr>
        <p:spPr>
          <a:xfrm>
            <a:off x="407947" y="1963735"/>
            <a:ext cx="4382883" cy="4873625"/>
          </a:xfrm>
        </p:spPr>
        <p:txBody>
          <a:bodyPr/>
          <a:lstStyle/>
          <a:p>
            <a:r>
              <a:rPr lang="de-DE" dirty="0"/>
              <a:t>n8n verbindet verschiedene Unternehmenssysteme miteinander </a:t>
            </a:r>
          </a:p>
          <a:p>
            <a:r>
              <a:rPr lang="de-DE" dirty="0"/>
              <a:t>Prozesse können automatisch und zentral gesteuert werden</a:t>
            </a:r>
          </a:p>
          <a:p>
            <a:r>
              <a:rPr lang="de-DE" dirty="0"/>
              <a:t>Manuelle Arbeitsschritte werden reduziert oder vollständig ersetz. Dadurch sinkt automatisch die Fehlerquelle.</a:t>
            </a:r>
          </a:p>
          <a:p>
            <a:r>
              <a:rPr lang="de-DE" dirty="0"/>
              <a:t>Integration erflogt flexibel über bestehende Schnittstellen</a:t>
            </a:r>
          </a:p>
        </p:txBody>
      </p:sp>
      <p:sp>
        <p:nvSpPr>
          <p:cNvPr id="11" name="Rechteck: abgerundete Ecken 10">
            <a:extLst>
              <a:ext uri="{FF2B5EF4-FFF2-40B4-BE49-F238E27FC236}">
                <a16:creationId xmlns:a16="http://schemas.microsoft.com/office/drawing/2014/main" id="{327DFAC9-B813-32B8-58C5-E36729494B1B}"/>
              </a:ext>
            </a:extLst>
          </p:cNvPr>
          <p:cNvSpPr/>
          <p:nvPr/>
        </p:nvSpPr>
        <p:spPr>
          <a:xfrm>
            <a:off x="6969836" y="1331422"/>
            <a:ext cx="2805723" cy="691414"/>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de-DE" b="1" dirty="0"/>
              <a:t>Dokumentensystem</a:t>
            </a:r>
          </a:p>
        </p:txBody>
      </p:sp>
      <p:sp>
        <p:nvSpPr>
          <p:cNvPr id="16" name="Pfeil: nach unten 15">
            <a:extLst>
              <a:ext uri="{FF2B5EF4-FFF2-40B4-BE49-F238E27FC236}">
                <a16:creationId xmlns:a16="http://schemas.microsoft.com/office/drawing/2014/main" id="{AFCD9A67-2AEB-8BCC-5233-68C06EE267FB}"/>
              </a:ext>
            </a:extLst>
          </p:cNvPr>
          <p:cNvSpPr/>
          <p:nvPr/>
        </p:nvSpPr>
        <p:spPr>
          <a:xfrm>
            <a:off x="8250072" y="2109660"/>
            <a:ext cx="245250" cy="593113"/>
          </a:xfrm>
          <a:prstGeom prst="downArrow">
            <a:avLst/>
          </a:prstGeom>
          <a:solidFill>
            <a:schemeClr val="tx1"/>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 name="Rechteck: abgerundete Ecken 16">
            <a:extLst>
              <a:ext uri="{FF2B5EF4-FFF2-40B4-BE49-F238E27FC236}">
                <a16:creationId xmlns:a16="http://schemas.microsoft.com/office/drawing/2014/main" id="{B1CF9424-E7CF-F338-96E1-51C5AF14D790}"/>
              </a:ext>
            </a:extLst>
          </p:cNvPr>
          <p:cNvSpPr/>
          <p:nvPr/>
        </p:nvSpPr>
        <p:spPr>
          <a:xfrm>
            <a:off x="6969836" y="2789597"/>
            <a:ext cx="2805723" cy="691414"/>
          </a:xfrm>
          <a:prstGeom prst="roundRect">
            <a:avLst/>
          </a:prstGeom>
          <a:ln>
            <a:solidFill>
              <a:srgbClr val="EA4B71"/>
            </a:solidFill>
          </a:ln>
        </p:spPr>
        <p:style>
          <a:lnRef idx="2">
            <a:schemeClr val="accent2"/>
          </a:lnRef>
          <a:fillRef idx="1">
            <a:schemeClr val="lt1"/>
          </a:fillRef>
          <a:effectRef idx="0">
            <a:schemeClr val="accent2"/>
          </a:effectRef>
          <a:fontRef idx="minor">
            <a:schemeClr val="dk1"/>
          </a:fontRef>
        </p:style>
        <p:txBody>
          <a:bodyPr rtlCol="0" anchor="ctr"/>
          <a:lstStyle/>
          <a:p>
            <a:endParaRPr lang="de-DE" b="1" dirty="0"/>
          </a:p>
        </p:txBody>
      </p:sp>
      <p:sp>
        <p:nvSpPr>
          <p:cNvPr id="20" name="Rechteck: abgerundete Ecken 19">
            <a:extLst>
              <a:ext uri="{FF2B5EF4-FFF2-40B4-BE49-F238E27FC236}">
                <a16:creationId xmlns:a16="http://schemas.microsoft.com/office/drawing/2014/main" id="{B4395088-57FB-779B-29A1-6B1E0AEE802F}"/>
              </a:ext>
            </a:extLst>
          </p:cNvPr>
          <p:cNvSpPr/>
          <p:nvPr/>
        </p:nvSpPr>
        <p:spPr>
          <a:xfrm>
            <a:off x="6969836" y="4247772"/>
            <a:ext cx="2805723" cy="691414"/>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de-DE" b="1" dirty="0"/>
              <a:t>Zielsystem</a:t>
            </a:r>
          </a:p>
        </p:txBody>
      </p:sp>
      <p:sp>
        <p:nvSpPr>
          <p:cNvPr id="21" name="Pfeil: nach unten 20">
            <a:extLst>
              <a:ext uri="{FF2B5EF4-FFF2-40B4-BE49-F238E27FC236}">
                <a16:creationId xmlns:a16="http://schemas.microsoft.com/office/drawing/2014/main" id="{A1FDEEF3-172A-ACF0-5A51-B5CD3C752D3A}"/>
              </a:ext>
            </a:extLst>
          </p:cNvPr>
          <p:cNvSpPr/>
          <p:nvPr/>
        </p:nvSpPr>
        <p:spPr>
          <a:xfrm>
            <a:off x="8250072" y="3542015"/>
            <a:ext cx="245250" cy="593113"/>
          </a:xfrm>
          <a:prstGeom prst="downArrow">
            <a:avLst/>
          </a:prstGeom>
          <a:solidFill>
            <a:schemeClr val="tx1"/>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dirty="0"/>
          </a:p>
        </p:txBody>
      </p:sp>
      <p:pic>
        <p:nvPicPr>
          <p:cNvPr id="2" name="Grafik 1" descr="N8n – Wikipedia">
            <a:extLst>
              <a:ext uri="{FF2B5EF4-FFF2-40B4-BE49-F238E27FC236}">
                <a16:creationId xmlns:a16="http://schemas.microsoft.com/office/drawing/2014/main" id="{E79A1C4D-7C40-E1BD-B3D5-7BBC5B46634D}"/>
              </a:ext>
            </a:extLst>
          </p:cNvPr>
          <p:cNvPicPr>
            <a:picLocks noChangeAspect="1"/>
          </p:cNvPicPr>
          <p:nvPr/>
        </p:nvPicPr>
        <p:blipFill>
          <a:blip r:embed="rId3"/>
          <a:stretch>
            <a:fillRect/>
          </a:stretch>
        </p:blipFill>
        <p:spPr>
          <a:xfrm>
            <a:off x="7232484" y="2763777"/>
            <a:ext cx="2035175" cy="814070"/>
          </a:xfrm>
          <a:prstGeom prst="rect">
            <a:avLst/>
          </a:prstGeom>
        </p:spPr>
      </p:pic>
    </p:spTree>
    <p:extLst>
      <p:ext uri="{BB962C8B-B14F-4D97-AF65-F5344CB8AC3E}">
        <p14:creationId xmlns:p14="http://schemas.microsoft.com/office/powerpoint/2010/main" val="369282634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427D1-BA82-DBD4-BBCB-D43ABEB098D4}"/>
            </a:ext>
          </a:extLst>
        </p:cNvPr>
        <p:cNvGrpSpPr/>
        <p:nvPr/>
      </p:nvGrpSpPr>
      <p:grpSpPr>
        <a:xfrm>
          <a:off x="0" y="0"/>
          <a:ext cx="0" cy="0"/>
          <a:chOff x="0" y="0"/>
          <a:chExt cx="0" cy="0"/>
        </a:xfrm>
      </p:grpSpPr>
      <p:sp>
        <p:nvSpPr>
          <p:cNvPr id="4" name="Textplatzhalter 3">
            <a:extLst>
              <a:ext uri="{FF2B5EF4-FFF2-40B4-BE49-F238E27FC236}">
                <a16:creationId xmlns:a16="http://schemas.microsoft.com/office/drawing/2014/main" id="{3064E78F-4291-EB79-01B6-A5F11BCFC107}"/>
              </a:ext>
            </a:extLst>
          </p:cNvPr>
          <p:cNvSpPr>
            <a:spLocks noGrp="1"/>
          </p:cNvSpPr>
          <p:nvPr>
            <p:ph type="body" sz="quarter" idx="10"/>
          </p:nvPr>
        </p:nvSpPr>
        <p:spPr>
          <a:xfrm>
            <a:off x="701675" y="1246188"/>
            <a:ext cx="10779125" cy="638175"/>
          </a:xfrm>
        </p:spPr>
        <p:txBody>
          <a:bodyPr>
            <a:normAutofit fontScale="85000" lnSpcReduction="20000"/>
          </a:bodyPr>
          <a:lstStyle/>
          <a:p>
            <a:r>
              <a:rPr lang="de-DE" dirty="0"/>
              <a:t>Möglichkeiten und Einsatzbereiche von n8n</a:t>
            </a:r>
          </a:p>
        </p:txBody>
      </p:sp>
      <p:sp>
        <p:nvSpPr>
          <p:cNvPr id="5" name="Textplatzhalter 4">
            <a:extLst>
              <a:ext uri="{FF2B5EF4-FFF2-40B4-BE49-F238E27FC236}">
                <a16:creationId xmlns:a16="http://schemas.microsoft.com/office/drawing/2014/main" id="{BE4D2C36-727A-136F-F6AD-CAB4F2A94F93}"/>
              </a:ext>
            </a:extLst>
          </p:cNvPr>
          <p:cNvSpPr>
            <a:spLocks noGrp="1"/>
          </p:cNvSpPr>
          <p:nvPr>
            <p:ph type="body" sz="quarter" idx="11"/>
          </p:nvPr>
        </p:nvSpPr>
        <p:spPr>
          <a:xfrm>
            <a:off x="701675" y="2035175"/>
            <a:ext cx="10779125" cy="379413"/>
          </a:xfrm>
        </p:spPr>
        <p:txBody>
          <a:bodyPr/>
          <a:lstStyle/>
          <a:p>
            <a:r>
              <a:rPr lang="de-DE" dirty="0"/>
              <a:t>Automatisierung, Integration und zentrale Prozesssteuerung</a:t>
            </a:r>
          </a:p>
        </p:txBody>
      </p:sp>
      <p:sp>
        <p:nvSpPr>
          <p:cNvPr id="2" name="Textplatzhalter 1">
            <a:extLst>
              <a:ext uri="{FF2B5EF4-FFF2-40B4-BE49-F238E27FC236}">
                <a16:creationId xmlns:a16="http://schemas.microsoft.com/office/drawing/2014/main" id="{AAB41C93-9A27-ED45-D204-BF1BF7DD8600}"/>
              </a:ext>
            </a:extLst>
          </p:cNvPr>
          <p:cNvSpPr txBox="1">
            <a:spLocks/>
          </p:cNvSpPr>
          <p:nvPr/>
        </p:nvSpPr>
        <p:spPr>
          <a:xfrm>
            <a:off x="792497" y="3475299"/>
            <a:ext cx="5098472" cy="637310"/>
          </a:xfrm>
          <a:prstGeom prst="rect">
            <a:avLst/>
          </a:prstGeom>
        </p:spPr>
        <p:txBody>
          <a:bodyPr vert="horz" lIns="91440" tIns="45720" rIns="91440" bIns="45720" rtlCol="0" anchor="ctr">
            <a:normAutofit fontScale="47500" lnSpcReduction="20000"/>
          </a:bodyPr>
          <a:lstStyle>
            <a:lvl1pPr marL="0" indent="0" algn="ctr" defTabSz="609493" rtl="0" eaLnBrk="1" latinLnBrk="0" hangingPunct="1">
              <a:spcBef>
                <a:spcPts val="600"/>
              </a:spcBef>
              <a:spcAft>
                <a:spcPts val="1200"/>
              </a:spcAft>
              <a:buClr>
                <a:schemeClr val="accent1"/>
              </a:buClr>
              <a:buFont typeface="Wingdings" panose="05000000000000000000" pitchFamily="2" charset="2"/>
              <a:buNone/>
              <a:defRPr sz="4800" b="0" i="0" kern="1200">
                <a:solidFill>
                  <a:schemeClr val="accent2"/>
                </a:solidFill>
                <a:latin typeface="Ubuntu Medium" panose="020B0504030602030204" pitchFamily="34" charset="0"/>
                <a:ea typeface="+mn-ea"/>
                <a:cs typeface="+mn-cs"/>
              </a:defRPr>
            </a:lvl1pPr>
            <a:lvl2pPr marL="952394" indent="-342900" algn="l" defTabSz="609493" rtl="0" eaLnBrk="1" latinLnBrk="0" hangingPunct="1">
              <a:spcBef>
                <a:spcPts val="600"/>
              </a:spcBef>
              <a:spcAft>
                <a:spcPts val="1200"/>
              </a:spcAft>
              <a:buClr>
                <a:schemeClr val="accent1"/>
              </a:buClr>
              <a:buFont typeface="Symbol" panose="05050102010706020507" pitchFamily="18" charset="2"/>
              <a:buChar char="-"/>
              <a:defRPr sz="1800" kern="1200">
                <a:solidFill>
                  <a:schemeClr val="tx1"/>
                </a:solidFill>
                <a:latin typeface="Ubuntu Light" panose="020B0304030602030204"/>
                <a:ea typeface="+mn-ea"/>
                <a:cs typeface="+mn-cs"/>
              </a:defRPr>
            </a:lvl2pPr>
            <a:lvl3pPr marL="1561886" indent="-342900" algn="l" defTabSz="609493" rtl="0" eaLnBrk="1" latinLnBrk="0" hangingPunct="1">
              <a:spcBef>
                <a:spcPts val="600"/>
              </a:spcBef>
              <a:spcAft>
                <a:spcPts val="1200"/>
              </a:spcAft>
              <a:buClr>
                <a:schemeClr val="accent1"/>
              </a:buClr>
              <a:buFont typeface="Courier New" panose="02070309020205020404" pitchFamily="49" charset="0"/>
              <a:buChar char="o"/>
              <a:defRPr sz="1800" kern="1200">
                <a:solidFill>
                  <a:schemeClr val="tx1"/>
                </a:solidFill>
                <a:latin typeface="Ubuntu Light" panose="020B0304030602030204"/>
                <a:ea typeface="+mn-ea"/>
                <a:cs typeface="+mn-cs"/>
              </a:defRPr>
            </a:lvl3pPr>
            <a:lvl4pPr marL="2171380" indent="-342900" algn="l" defTabSz="609493" rtl="0" eaLnBrk="1" latinLnBrk="0" hangingPunct="1">
              <a:spcBef>
                <a:spcPts val="600"/>
              </a:spcBef>
              <a:spcAft>
                <a:spcPts val="1200"/>
              </a:spcAft>
              <a:buClr>
                <a:schemeClr val="accent1"/>
              </a:buClr>
              <a:buFont typeface="Arial" panose="020B0604020202020204" pitchFamily="34" charset="0"/>
              <a:buChar char="•"/>
              <a:defRPr sz="1600" kern="1200">
                <a:solidFill>
                  <a:schemeClr val="tx1"/>
                </a:solidFill>
                <a:latin typeface="Ubuntu Light" panose="020B0304030602030204"/>
                <a:ea typeface="+mn-ea"/>
                <a:cs typeface="+mn-cs"/>
              </a:defRPr>
            </a:lvl4pPr>
            <a:lvl5pPr marL="2780873" indent="-342900" algn="l" defTabSz="609493" rtl="0" eaLnBrk="1" latinLnBrk="0" hangingPunct="1">
              <a:spcBef>
                <a:spcPts val="600"/>
              </a:spcBef>
              <a:spcAft>
                <a:spcPts val="1200"/>
              </a:spcAft>
              <a:buClr>
                <a:schemeClr val="accent1"/>
              </a:buClr>
              <a:buFont typeface="Arial" panose="020B0604020202020204" pitchFamily="34" charset="0"/>
              <a:buChar char="•"/>
              <a:defRPr sz="1400" kern="1200">
                <a:solidFill>
                  <a:schemeClr val="tx1"/>
                </a:solidFill>
                <a:latin typeface="Ubuntu Light" panose="020B0304030602030204"/>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r>
              <a:rPr lang="de-DE" dirty="0">
                <a:solidFill>
                  <a:schemeClr val="tx1"/>
                </a:solidFill>
              </a:rPr>
              <a:t>Systeme miteinander Integrieren</a:t>
            </a:r>
          </a:p>
        </p:txBody>
      </p:sp>
      <p:sp>
        <p:nvSpPr>
          <p:cNvPr id="3" name="Textplatzhalter 10">
            <a:extLst>
              <a:ext uri="{FF2B5EF4-FFF2-40B4-BE49-F238E27FC236}">
                <a16:creationId xmlns:a16="http://schemas.microsoft.com/office/drawing/2014/main" id="{BDA9F784-F9CD-2AB8-B6B8-C50D1F1B82F8}"/>
              </a:ext>
            </a:extLst>
          </p:cNvPr>
          <p:cNvSpPr txBox="1">
            <a:spLocks/>
          </p:cNvSpPr>
          <p:nvPr/>
        </p:nvSpPr>
        <p:spPr>
          <a:xfrm>
            <a:off x="0" y="4124391"/>
            <a:ext cx="3794389" cy="825826"/>
          </a:xfrm>
          <a:prstGeom prst="rect">
            <a:avLst/>
          </a:prstGeom>
        </p:spPr>
        <p:txBody>
          <a:bodyPr>
            <a:noAutofit/>
          </a:bodyPr>
          <a:lstStyle>
            <a:lvl1pPr marL="342900" indent="-342900" algn="l" defTabSz="609493" rtl="0" eaLnBrk="1" latinLnBrk="0" hangingPunct="1">
              <a:spcBef>
                <a:spcPts val="600"/>
              </a:spcBef>
              <a:spcAft>
                <a:spcPts val="1200"/>
              </a:spcAft>
              <a:buClr>
                <a:schemeClr val="accent1"/>
              </a:buClr>
              <a:buFont typeface="Wingdings" panose="05000000000000000000" pitchFamily="2" charset="2"/>
              <a:buChar char="§"/>
              <a:defRPr sz="2000" kern="1200">
                <a:solidFill>
                  <a:schemeClr val="tx1"/>
                </a:solidFill>
                <a:latin typeface="Ubuntu Light" panose="020B0304030602030204"/>
                <a:ea typeface="+mn-ea"/>
                <a:cs typeface="+mn-cs"/>
              </a:defRPr>
            </a:lvl1pPr>
            <a:lvl2pPr marL="952394" indent="-342900" algn="l" defTabSz="609493" rtl="0" eaLnBrk="1" latinLnBrk="0" hangingPunct="1">
              <a:spcBef>
                <a:spcPts val="600"/>
              </a:spcBef>
              <a:spcAft>
                <a:spcPts val="1200"/>
              </a:spcAft>
              <a:buClr>
                <a:schemeClr val="accent1"/>
              </a:buClr>
              <a:buFont typeface="Symbol" panose="05050102010706020507" pitchFamily="18" charset="2"/>
              <a:buChar char="-"/>
              <a:defRPr sz="1800" kern="1200">
                <a:solidFill>
                  <a:schemeClr val="tx1"/>
                </a:solidFill>
                <a:latin typeface="Ubuntu Light" panose="020B0304030602030204"/>
                <a:ea typeface="+mn-ea"/>
                <a:cs typeface="+mn-cs"/>
              </a:defRPr>
            </a:lvl2pPr>
            <a:lvl3pPr marL="1561886" indent="-342900" algn="l" defTabSz="609493" rtl="0" eaLnBrk="1" latinLnBrk="0" hangingPunct="1">
              <a:spcBef>
                <a:spcPts val="600"/>
              </a:spcBef>
              <a:spcAft>
                <a:spcPts val="1200"/>
              </a:spcAft>
              <a:buClr>
                <a:schemeClr val="accent1"/>
              </a:buClr>
              <a:buFont typeface="Courier New" panose="02070309020205020404" pitchFamily="49" charset="0"/>
              <a:buChar char="o"/>
              <a:defRPr sz="1800" kern="1200">
                <a:solidFill>
                  <a:schemeClr val="tx1"/>
                </a:solidFill>
                <a:latin typeface="Ubuntu Light" panose="020B0304030602030204"/>
                <a:ea typeface="+mn-ea"/>
                <a:cs typeface="+mn-cs"/>
              </a:defRPr>
            </a:lvl3pPr>
            <a:lvl4pPr marL="2171380" indent="-342900" algn="l" defTabSz="609493" rtl="0" eaLnBrk="1" latinLnBrk="0" hangingPunct="1">
              <a:spcBef>
                <a:spcPts val="600"/>
              </a:spcBef>
              <a:spcAft>
                <a:spcPts val="1200"/>
              </a:spcAft>
              <a:buClr>
                <a:schemeClr val="accent1"/>
              </a:buClr>
              <a:buFont typeface="Arial" panose="020B0604020202020204" pitchFamily="34" charset="0"/>
              <a:buChar char="•"/>
              <a:defRPr sz="1600" kern="1200">
                <a:solidFill>
                  <a:schemeClr val="tx1"/>
                </a:solidFill>
                <a:latin typeface="Ubuntu Light" panose="020B0304030602030204"/>
                <a:ea typeface="+mn-ea"/>
                <a:cs typeface="+mn-cs"/>
              </a:defRPr>
            </a:lvl4pPr>
            <a:lvl5pPr marL="2780873" indent="-342900" algn="l" defTabSz="609493" rtl="0" eaLnBrk="1" latinLnBrk="0" hangingPunct="1">
              <a:spcBef>
                <a:spcPts val="600"/>
              </a:spcBef>
              <a:spcAft>
                <a:spcPts val="1200"/>
              </a:spcAft>
              <a:buClr>
                <a:schemeClr val="accent1"/>
              </a:buClr>
              <a:buFont typeface="Arial" panose="020B0604020202020204" pitchFamily="34" charset="0"/>
              <a:buChar char="•"/>
              <a:defRPr sz="1400" kern="1200">
                <a:solidFill>
                  <a:schemeClr val="tx1"/>
                </a:solidFill>
                <a:latin typeface="Ubuntu Light" panose="020B0304030602030204"/>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marL="285750" indent="-285750">
              <a:buFont typeface="Arial" panose="020B0604020202020204" pitchFamily="34" charset="0"/>
              <a:buChar char="•"/>
            </a:pPr>
            <a:r>
              <a:rPr lang="de-DE" sz="1400" dirty="0"/>
              <a:t>Verbindung von Dokumentenmanagement und Internen Systemen</a:t>
            </a:r>
          </a:p>
          <a:p>
            <a:pPr marL="285750" indent="-285750">
              <a:buFont typeface="Arial" panose="020B0604020202020204" pitchFamily="34" charset="0"/>
              <a:buChar char="•"/>
            </a:pPr>
            <a:r>
              <a:rPr lang="de-DE" sz="1400" dirty="0"/>
              <a:t>Synchronisation von Daten zwischen verschiedenen Plattformen</a:t>
            </a:r>
          </a:p>
          <a:p>
            <a:pPr marL="285750" indent="-285750">
              <a:buFont typeface="Arial" panose="020B0604020202020204" pitchFamily="34" charset="0"/>
              <a:buChar char="•"/>
            </a:pPr>
            <a:r>
              <a:rPr lang="de-DE" sz="1400" dirty="0"/>
              <a:t>Automatische Weitergabe von Informationen</a:t>
            </a:r>
          </a:p>
        </p:txBody>
      </p:sp>
      <p:sp>
        <p:nvSpPr>
          <p:cNvPr id="6" name="Rechteck: abgerundete Ecken 5">
            <a:extLst>
              <a:ext uri="{FF2B5EF4-FFF2-40B4-BE49-F238E27FC236}">
                <a16:creationId xmlns:a16="http://schemas.microsoft.com/office/drawing/2014/main" id="{26EA00AE-8176-6E03-E828-58E5E5934044}"/>
              </a:ext>
            </a:extLst>
          </p:cNvPr>
          <p:cNvSpPr/>
          <p:nvPr/>
        </p:nvSpPr>
        <p:spPr>
          <a:xfrm>
            <a:off x="3802777" y="4112609"/>
            <a:ext cx="1900624" cy="51644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de-DE" sz="1600" b="1" dirty="0"/>
              <a:t>System A</a:t>
            </a:r>
          </a:p>
        </p:txBody>
      </p:sp>
      <p:sp>
        <p:nvSpPr>
          <p:cNvPr id="11" name="Rechteck: abgerundete Ecken 10">
            <a:extLst>
              <a:ext uri="{FF2B5EF4-FFF2-40B4-BE49-F238E27FC236}">
                <a16:creationId xmlns:a16="http://schemas.microsoft.com/office/drawing/2014/main" id="{447CE058-C425-C0C0-56C1-87A1895CF7C5}"/>
              </a:ext>
            </a:extLst>
          </p:cNvPr>
          <p:cNvSpPr/>
          <p:nvPr/>
        </p:nvSpPr>
        <p:spPr>
          <a:xfrm>
            <a:off x="3841748" y="5068147"/>
            <a:ext cx="1900624" cy="516448"/>
          </a:xfrm>
          <a:prstGeom prst="roundRect">
            <a:avLst/>
          </a:prstGeom>
          <a:ln>
            <a:solidFill>
              <a:srgbClr val="EA4B71"/>
            </a:solidFill>
          </a:ln>
        </p:spPr>
        <p:style>
          <a:lnRef idx="2">
            <a:schemeClr val="accent2"/>
          </a:lnRef>
          <a:fillRef idx="1">
            <a:schemeClr val="lt1"/>
          </a:fillRef>
          <a:effectRef idx="0">
            <a:schemeClr val="accent2"/>
          </a:effectRef>
          <a:fontRef idx="minor">
            <a:schemeClr val="dk1"/>
          </a:fontRef>
        </p:style>
        <p:txBody>
          <a:bodyPr rtlCol="0" anchor="ctr"/>
          <a:lstStyle/>
          <a:p>
            <a:endParaRPr lang="de-DE" sz="1600" b="1" dirty="0"/>
          </a:p>
        </p:txBody>
      </p:sp>
      <p:pic>
        <p:nvPicPr>
          <p:cNvPr id="12" name="Grafik 11" descr="N8n – Wikipedia">
            <a:extLst>
              <a:ext uri="{FF2B5EF4-FFF2-40B4-BE49-F238E27FC236}">
                <a16:creationId xmlns:a16="http://schemas.microsoft.com/office/drawing/2014/main" id="{E92D2604-7B0D-5253-7D62-4F924041DA88}"/>
              </a:ext>
            </a:extLst>
          </p:cNvPr>
          <p:cNvPicPr>
            <a:picLocks noChangeAspect="1"/>
          </p:cNvPicPr>
          <p:nvPr/>
        </p:nvPicPr>
        <p:blipFill>
          <a:blip r:embed="rId2"/>
          <a:stretch>
            <a:fillRect/>
          </a:stretch>
        </p:blipFill>
        <p:spPr>
          <a:xfrm>
            <a:off x="3794389" y="4996802"/>
            <a:ext cx="1830412" cy="732165"/>
          </a:xfrm>
          <a:prstGeom prst="rect">
            <a:avLst/>
          </a:prstGeom>
        </p:spPr>
      </p:pic>
      <p:sp>
        <p:nvSpPr>
          <p:cNvPr id="13" name="Rechteck: abgerundete Ecken 12">
            <a:extLst>
              <a:ext uri="{FF2B5EF4-FFF2-40B4-BE49-F238E27FC236}">
                <a16:creationId xmlns:a16="http://schemas.microsoft.com/office/drawing/2014/main" id="{0CEF26E5-92A0-DA8C-5E86-8BF4877F86FF}"/>
              </a:ext>
            </a:extLst>
          </p:cNvPr>
          <p:cNvSpPr/>
          <p:nvPr/>
        </p:nvSpPr>
        <p:spPr>
          <a:xfrm>
            <a:off x="3812795" y="5998550"/>
            <a:ext cx="1900624" cy="51644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de-DE" sz="1600" b="1" dirty="0"/>
              <a:t>System B</a:t>
            </a:r>
          </a:p>
        </p:txBody>
      </p:sp>
      <p:sp>
        <p:nvSpPr>
          <p:cNvPr id="14" name="Pfeil: nach unten 13">
            <a:extLst>
              <a:ext uri="{FF2B5EF4-FFF2-40B4-BE49-F238E27FC236}">
                <a16:creationId xmlns:a16="http://schemas.microsoft.com/office/drawing/2014/main" id="{133F99C0-7FAC-CEB0-EB4F-2503A699928D}"/>
              </a:ext>
            </a:extLst>
          </p:cNvPr>
          <p:cNvSpPr/>
          <p:nvPr/>
        </p:nvSpPr>
        <p:spPr>
          <a:xfrm>
            <a:off x="4544664" y="5648659"/>
            <a:ext cx="164931" cy="276944"/>
          </a:xfrm>
          <a:prstGeom prst="downArrow">
            <a:avLst/>
          </a:prstGeom>
          <a:solidFill>
            <a:schemeClr val="tx1"/>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5" name="Pfeil: nach unten 14">
            <a:extLst>
              <a:ext uri="{FF2B5EF4-FFF2-40B4-BE49-F238E27FC236}">
                <a16:creationId xmlns:a16="http://schemas.microsoft.com/office/drawing/2014/main" id="{421A778F-9E04-02BD-637B-7F0BBBB1B2C7}"/>
              </a:ext>
            </a:extLst>
          </p:cNvPr>
          <p:cNvSpPr/>
          <p:nvPr/>
        </p:nvSpPr>
        <p:spPr>
          <a:xfrm rot="10800000">
            <a:off x="4851547" y="5639514"/>
            <a:ext cx="164931" cy="276944"/>
          </a:xfrm>
          <a:prstGeom prst="downArrow">
            <a:avLst/>
          </a:prstGeom>
          <a:solidFill>
            <a:schemeClr val="tx1"/>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6" name="Pfeil: nach unten 15">
            <a:extLst>
              <a:ext uri="{FF2B5EF4-FFF2-40B4-BE49-F238E27FC236}">
                <a16:creationId xmlns:a16="http://schemas.microsoft.com/office/drawing/2014/main" id="{26898648-676A-0626-1F86-FE33250BD7A5}"/>
              </a:ext>
            </a:extLst>
          </p:cNvPr>
          <p:cNvSpPr/>
          <p:nvPr/>
        </p:nvSpPr>
        <p:spPr>
          <a:xfrm rot="10800000">
            <a:off x="4882953" y="4687396"/>
            <a:ext cx="164931" cy="276944"/>
          </a:xfrm>
          <a:prstGeom prst="downArrow">
            <a:avLst/>
          </a:prstGeom>
          <a:solidFill>
            <a:schemeClr val="tx1"/>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17" name="Pfeil: nach unten 16">
            <a:extLst>
              <a:ext uri="{FF2B5EF4-FFF2-40B4-BE49-F238E27FC236}">
                <a16:creationId xmlns:a16="http://schemas.microsoft.com/office/drawing/2014/main" id="{7C01B420-5934-53D9-F3B8-154B85DE228D}"/>
              </a:ext>
            </a:extLst>
          </p:cNvPr>
          <p:cNvSpPr/>
          <p:nvPr/>
        </p:nvSpPr>
        <p:spPr>
          <a:xfrm>
            <a:off x="4544651" y="4697562"/>
            <a:ext cx="164931" cy="276944"/>
          </a:xfrm>
          <a:prstGeom prst="downArrow">
            <a:avLst/>
          </a:prstGeom>
          <a:solidFill>
            <a:schemeClr val="tx1"/>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
        <p:nvSpPr>
          <p:cNvPr id="22" name="Textplatzhalter 1">
            <a:extLst>
              <a:ext uri="{FF2B5EF4-FFF2-40B4-BE49-F238E27FC236}">
                <a16:creationId xmlns:a16="http://schemas.microsoft.com/office/drawing/2014/main" id="{D21B8772-D277-2ED5-B720-C7A3496E73CC}"/>
              </a:ext>
            </a:extLst>
          </p:cNvPr>
          <p:cNvSpPr txBox="1">
            <a:spLocks/>
          </p:cNvSpPr>
          <p:nvPr/>
        </p:nvSpPr>
        <p:spPr>
          <a:xfrm>
            <a:off x="6297856" y="3558999"/>
            <a:ext cx="5098472" cy="637310"/>
          </a:xfrm>
          <a:prstGeom prst="rect">
            <a:avLst/>
          </a:prstGeom>
        </p:spPr>
        <p:txBody>
          <a:bodyPr vert="horz" lIns="91440" tIns="45720" rIns="91440" bIns="45720" rtlCol="0" anchor="ctr">
            <a:normAutofit fontScale="92500" lnSpcReduction="20000"/>
          </a:bodyPr>
          <a:lstStyle>
            <a:lvl1pPr marL="0" indent="0" algn="ctr" defTabSz="609493" rtl="0" eaLnBrk="1" latinLnBrk="0" hangingPunct="1">
              <a:spcBef>
                <a:spcPts val="600"/>
              </a:spcBef>
              <a:spcAft>
                <a:spcPts val="1200"/>
              </a:spcAft>
              <a:buClr>
                <a:schemeClr val="accent1"/>
              </a:buClr>
              <a:buFont typeface="Wingdings" panose="05000000000000000000" pitchFamily="2" charset="2"/>
              <a:buNone/>
              <a:defRPr sz="4800" b="0" i="0" kern="1200">
                <a:solidFill>
                  <a:schemeClr val="accent2"/>
                </a:solidFill>
                <a:latin typeface="Ubuntu Medium" panose="020B0504030602030204" pitchFamily="34" charset="0"/>
                <a:ea typeface="+mn-ea"/>
                <a:cs typeface="+mn-cs"/>
              </a:defRPr>
            </a:lvl1pPr>
            <a:lvl2pPr marL="952394" indent="-342900" algn="l" defTabSz="609493" rtl="0" eaLnBrk="1" latinLnBrk="0" hangingPunct="1">
              <a:spcBef>
                <a:spcPts val="600"/>
              </a:spcBef>
              <a:spcAft>
                <a:spcPts val="1200"/>
              </a:spcAft>
              <a:buClr>
                <a:schemeClr val="accent1"/>
              </a:buClr>
              <a:buFont typeface="Symbol" panose="05050102010706020507" pitchFamily="18" charset="2"/>
              <a:buChar char="-"/>
              <a:defRPr sz="1800" kern="1200">
                <a:solidFill>
                  <a:schemeClr val="tx1"/>
                </a:solidFill>
                <a:latin typeface="Ubuntu Light" panose="020B0304030602030204"/>
                <a:ea typeface="+mn-ea"/>
                <a:cs typeface="+mn-cs"/>
              </a:defRPr>
            </a:lvl2pPr>
            <a:lvl3pPr marL="1561886" indent="-342900" algn="l" defTabSz="609493" rtl="0" eaLnBrk="1" latinLnBrk="0" hangingPunct="1">
              <a:spcBef>
                <a:spcPts val="600"/>
              </a:spcBef>
              <a:spcAft>
                <a:spcPts val="1200"/>
              </a:spcAft>
              <a:buClr>
                <a:schemeClr val="accent1"/>
              </a:buClr>
              <a:buFont typeface="Courier New" panose="02070309020205020404" pitchFamily="49" charset="0"/>
              <a:buChar char="o"/>
              <a:defRPr sz="1800" kern="1200">
                <a:solidFill>
                  <a:schemeClr val="tx1"/>
                </a:solidFill>
                <a:latin typeface="Ubuntu Light" panose="020B0304030602030204"/>
                <a:ea typeface="+mn-ea"/>
                <a:cs typeface="+mn-cs"/>
              </a:defRPr>
            </a:lvl3pPr>
            <a:lvl4pPr marL="2171380" indent="-342900" algn="l" defTabSz="609493" rtl="0" eaLnBrk="1" latinLnBrk="0" hangingPunct="1">
              <a:spcBef>
                <a:spcPts val="600"/>
              </a:spcBef>
              <a:spcAft>
                <a:spcPts val="1200"/>
              </a:spcAft>
              <a:buClr>
                <a:schemeClr val="accent1"/>
              </a:buClr>
              <a:buFont typeface="Arial" panose="020B0604020202020204" pitchFamily="34" charset="0"/>
              <a:buChar char="•"/>
              <a:defRPr sz="1600" kern="1200">
                <a:solidFill>
                  <a:schemeClr val="tx1"/>
                </a:solidFill>
                <a:latin typeface="Ubuntu Light" panose="020B0304030602030204"/>
                <a:ea typeface="+mn-ea"/>
                <a:cs typeface="+mn-cs"/>
              </a:defRPr>
            </a:lvl4pPr>
            <a:lvl5pPr marL="2780873" indent="-342900" algn="l" defTabSz="609493" rtl="0" eaLnBrk="1" latinLnBrk="0" hangingPunct="1">
              <a:spcBef>
                <a:spcPts val="600"/>
              </a:spcBef>
              <a:spcAft>
                <a:spcPts val="1200"/>
              </a:spcAft>
              <a:buClr>
                <a:schemeClr val="accent1"/>
              </a:buClr>
              <a:buFont typeface="Arial" panose="020B0604020202020204" pitchFamily="34" charset="0"/>
              <a:buChar char="•"/>
              <a:defRPr sz="1400" kern="1200">
                <a:solidFill>
                  <a:schemeClr val="tx1"/>
                </a:solidFill>
                <a:latin typeface="Ubuntu Light" panose="020B0304030602030204"/>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r>
              <a:rPr lang="de-DE" sz="2300" dirty="0">
                <a:solidFill>
                  <a:schemeClr val="tx1"/>
                </a:solidFill>
              </a:rPr>
              <a:t>Erweiterbarkeit und individuelle Integration</a:t>
            </a:r>
          </a:p>
        </p:txBody>
      </p:sp>
      <p:sp>
        <p:nvSpPr>
          <p:cNvPr id="23" name="Textplatzhalter 10">
            <a:extLst>
              <a:ext uri="{FF2B5EF4-FFF2-40B4-BE49-F238E27FC236}">
                <a16:creationId xmlns:a16="http://schemas.microsoft.com/office/drawing/2014/main" id="{6BCFBBE7-E60B-8C13-5BD7-3542ACE3E51C}"/>
              </a:ext>
            </a:extLst>
          </p:cNvPr>
          <p:cNvSpPr txBox="1">
            <a:spLocks/>
          </p:cNvSpPr>
          <p:nvPr/>
        </p:nvSpPr>
        <p:spPr>
          <a:xfrm>
            <a:off x="6348111" y="4313859"/>
            <a:ext cx="3794389" cy="825826"/>
          </a:xfrm>
          <a:prstGeom prst="rect">
            <a:avLst/>
          </a:prstGeom>
        </p:spPr>
        <p:txBody>
          <a:bodyPr>
            <a:noAutofit/>
          </a:bodyPr>
          <a:lstStyle>
            <a:lvl1pPr marL="342900" indent="-342900" algn="l" defTabSz="609493" rtl="0" eaLnBrk="1" latinLnBrk="0" hangingPunct="1">
              <a:spcBef>
                <a:spcPts val="600"/>
              </a:spcBef>
              <a:spcAft>
                <a:spcPts val="1200"/>
              </a:spcAft>
              <a:buClr>
                <a:schemeClr val="accent1"/>
              </a:buClr>
              <a:buFont typeface="Wingdings" panose="05000000000000000000" pitchFamily="2" charset="2"/>
              <a:buChar char="§"/>
              <a:defRPr sz="2000" kern="1200">
                <a:solidFill>
                  <a:schemeClr val="tx1"/>
                </a:solidFill>
                <a:latin typeface="Ubuntu Light" panose="020B0304030602030204"/>
                <a:ea typeface="+mn-ea"/>
                <a:cs typeface="+mn-cs"/>
              </a:defRPr>
            </a:lvl1pPr>
            <a:lvl2pPr marL="952394" indent="-342900" algn="l" defTabSz="609493" rtl="0" eaLnBrk="1" latinLnBrk="0" hangingPunct="1">
              <a:spcBef>
                <a:spcPts val="600"/>
              </a:spcBef>
              <a:spcAft>
                <a:spcPts val="1200"/>
              </a:spcAft>
              <a:buClr>
                <a:schemeClr val="accent1"/>
              </a:buClr>
              <a:buFont typeface="Symbol" panose="05050102010706020507" pitchFamily="18" charset="2"/>
              <a:buChar char="-"/>
              <a:defRPr sz="1800" kern="1200">
                <a:solidFill>
                  <a:schemeClr val="tx1"/>
                </a:solidFill>
                <a:latin typeface="Ubuntu Light" panose="020B0304030602030204"/>
                <a:ea typeface="+mn-ea"/>
                <a:cs typeface="+mn-cs"/>
              </a:defRPr>
            </a:lvl2pPr>
            <a:lvl3pPr marL="1561886" indent="-342900" algn="l" defTabSz="609493" rtl="0" eaLnBrk="1" latinLnBrk="0" hangingPunct="1">
              <a:spcBef>
                <a:spcPts val="600"/>
              </a:spcBef>
              <a:spcAft>
                <a:spcPts val="1200"/>
              </a:spcAft>
              <a:buClr>
                <a:schemeClr val="accent1"/>
              </a:buClr>
              <a:buFont typeface="Courier New" panose="02070309020205020404" pitchFamily="49" charset="0"/>
              <a:buChar char="o"/>
              <a:defRPr sz="1800" kern="1200">
                <a:solidFill>
                  <a:schemeClr val="tx1"/>
                </a:solidFill>
                <a:latin typeface="Ubuntu Light" panose="020B0304030602030204"/>
                <a:ea typeface="+mn-ea"/>
                <a:cs typeface="+mn-cs"/>
              </a:defRPr>
            </a:lvl3pPr>
            <a:lvl4pPr marL="2171380" indent="-342900" algn="l" defTabSz="609493" rtl="0" eaLnBrk="1" latinLnBrk="0" hangingPunct="1">
              <a:spcBef>
                <a:spcPts val="600"/>
              </a:spcBef>
              <a:spcAft>
                <a:spcPts val="1200"/>
              </a:spcAft>
              <a:buClr>
                <a:schemeClr val="accent1"/>
              </a:buClr>
              <a:buFont typeface="Arial" panose="020B0604020202020204" pitchFamily="34" charset="0"/>
              <a:buChar char="•"/>
              <a:defRPr sz="1600" kern="1200">
                <a:solidFill>
                  <a:schemeClr val="tx1"/>
                </a:solidFill>
                <a:latin typeface="Ubuntu Light" panose="020B0304030602030204"/>
                <a:ea typeface="+mn-ea"/>
                <a:cs typeface="+mn-cs"/>
              </a:defRPr>
            </a:lvl4pPr>
            <a:lvl5pPr marL="2780873" indent="-342900" algn="l" defTabSz="609493" rtl="0" eaLnBrk="1" latinLnBrk="0" hangingPunct="1">
              <a:spcBef>
                <a:spcPts val="600"/>
              </a:spcBef>
              <a:spcAft>
                <a:spcPts val="1200"/>
              </a:spcAft>
              <a:buClr>
                <a:schemeClr val="accent1"/>
              </a:buClr>
              <a:buFont typeface="Arial" panose="020B0604020202020204" pitchFamily="34" charset="0"/>
              <a:buChar char="•"/>
              <a:defRPr sz="1400" kern="1200">
                <a:solidFill>
                  <a:schemeClr val="tx1"/>
                </a:solidFill>
                <a:latin typeface="Ubuntu Light" panose="020B0304030602030204"/>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marL="285750" indent="-285750">
              <a:buFont typeface="Arial" panose="020B0604020202020204" pitchFamily="34" charset="0"/>
              <a:buChar char="•"/>
            </a:pPr>
            <a:r>
              <a:rPr lang="de-DE" sz="1400" dirty="0"/>
              <a:t>Integration bestehender Unternehmenssysteme</a:t>
            </a:r>
          </a:p>
          <a:p>
            <a:pPr marL="285750" indent="-285750">
              <a:buFont typeface="Arial" panose="020B0604020202020204" pitchFamily="34" charset="0"/>
              <a:buChar char="•"/>
            </a:pPr>
            <a:r>
              <a:rPr lang="de-DE" sz="1400" dirty="0"/>
              <a:t>Entwicklung individueller Erweiterung möglich</a:t>
            </a:r>
          </a:p>
          <a:p>
            <a:pPr marL="285750" indent="-285750">
              <a:buFont typeface="Arial" panose="020B0604020202020204" pitchFamily="34" charset="0"/>
              <a:buChar char="•"/>
            </a:pPr>
            <a:r>
              <a:rPr lang="de-DE" sz="1400" dirty="0"/>
              <a:t>Anpassung an spezifischer Unternehmensprozesse</a:t>
            </a:r>
          </a:p>
          <a:p>
            <a:pPr marL="0" indent="0">
              <a:buNone/>
            </a:pPr>
            <a:endParaRPr lang="de-DE" sz="1400" dirty="0"/>
          </a:p>
        </p:txBody>
      </p:sp>
      <p:sp>
        <p:nvSpPr>
          <p:cNvPr id="25" name="Rechteck: abgerundete Ecken 24">
            <a:extLst>
              <a:ext uri="{FF2B5EF4-FFF2-40B4-BE49-F238E27FC236}">
                <a16:creationId xmlns:a16="http://schemas.microsoft.com/office/drawing/2014/main" id="{E533DC72-6B50-6C36-845D-8954A61A0AC2}"/>
              </a:ext>
            </a:extLst>
          </p:cNvPr>
          <p:cNvSpPr/>
          <p:nvPr/>
        </p:nvSpPr>
        <p:spPr>
          <a:xfrm>
            <a:off x="9969995" y="4232250"/>
            <a:ext cx="1900624" cy="516448"/>
          </a:xfrm>
          <a:prstGeom prst="roundRect">
            <a:avLst/>
          </a:prstGeom>
          <a:ln>
            <a:solidFill>
              <a:srgbClr val="EA4B71"/>
            </a:solidFill>
          </a:ln>
        </p:spPr>
        <p:style>
          <a:lnRef idx="2">
            <a:schemeClr val="accent2"/>
          </a:lnRef>
          <a:fillRef idx="1">
            <a:schemeClr val="lt1"/>
          </a:fillRef>
          <a:effectRef idx="0">
            <a:schemeClr val="accent2"/>
          </a:effectRef>
          <a:fontRef idx="minor">
            <a:schemeClr val="dk1"/>
          </a:fontRef>
        </p:style>
        <p:txBody>
          <a:bodyPr rtlCol="0" anchor="ctr"/>
          <a:lstStyle/>
          <a:p>
            <a:endParaRPr lang="de-DE" sz="1600" b="1" dirty="0"/>
          </a:p>
        </p:txBody>
      </p:sp>
      <p:pic>
        <p:nvPicPr>
          <p:cNvPr id="26" name="Grafik 25" descr="N8n – Wikipedia">
            <a:extLst>
              <a:ext uri="{FF2B5EF4-FFF2-40B4-BE49-F238E27FC236}">
                <a16:creationId xmlns:a16="http://schemas.microsoft.com/office/drawing/2014/main" id="{C90DB89E-6582-F01D-202A-A73D6C88BD91}"/>
              </a:ext>
            </a:extLst>
          </p:cNvPr>
          <p:cNvPicPr>
            <a:picLocks noChangeAspect="1"/>
          </p:cNvPicPr>
          <p:nvPr/>
        </p:nvPicPr>
        <p:blipFill>
          <a:blip r:embed="rId2"/>
          <a:stretch>
            <a:fillRect/>
          </a:stretch>
        </p:blipFill>
        <p:spPr>
          <a:xfrm>
            <a:off x="10005101" y="4140585"/>
            <a:ext cx="1830412" cy="732165"/>
          </a:xfrm>
          <a:prstGeom prst="rect">
            <a:avLst/>
          </a:prstGeom>
        </p:spPr>
      </p:pic>
      <p:sp>
        <p:nvSpPr>
          <p:cNvPr id="27" name="Rechteck: abgerundete Ecken 26">
            <a:extLst>
              <a:ext uri="{FF2B5EF4-FFF2-40B4-BE49-F238E27FC236}">
                <a16:creationId xmlns:a16="http://schemas.microsoft.com/office/drawing/2014/main" id="{ACCB90D3-C878-794C-1402-6F26A592EB6C}"/>
              </a:ext>
            </a:extLst>
          </p:cNvPr>
          <p:cNvSpPr/>
          <p:nvPr/>
        </p:nvSpPr>
        <p:spPr>
          <a:xfrm>
            <a:off x="10005101" y="5728967"/>
            <a:ext cx="1900624" cy="51644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de-DE" sz="1600" b="1" dirty="0"/>
              <a:t>Custom Integration</a:t>
            </a:r>
          </a:p>
        </p:txBody>
      </p:sp>
      <p:sp>
        <p:nvSpPr>
          <p:cNvPr id="28" name="Pfeil: nach unten 27">
            <a:extLst>
              <a:ext uri="{FF2B5EF4-FFF2-40B4-BE49-F238E27FC236}">
                <a16:creationId xmlns:a16="http://schemas.microsoft.com/office/drawing/2014/main" id="{244F7A32-C94B-7B98-94B5-B28F2E281F1F}"/>
              </a:ext>
            </a:extLst>
          </p:cNvPr>
          <p:cNvSpPr/>
          <p:nvPr/>
        </p:nvSpPr>
        <p:spPr>
          <a:xfrm>
            <a:off x="10776627" y="4958684"/>
            <a:ext cx="287359" cy="516448"/>
          </a:xfrm>
          <a:prstGeom prst="downArrow">
            <a:avLst/>
          </a:prstGeom>
          <a:solidFill>
            <a:schemeClr val="tx1"/>
          </a:solidFill>
        </p:spPr>
        <p:style>
          <a:lnRef idx="1">
            <a:schemeClr val="dk1"/>
          </a:lnRef>
          <a:fillRef idx="3">
            <a:schemeClr val="dk1"/>
          </a:fillRef>
          <a:effectRef idx="2">
            <a:schemeClr val="dk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529784894"/>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E73F6-A327-67B3-3EBA-87775F08ABA0}"/>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A0F39265-FB11-E2B2-180F-D4DC429919E2}"/>
              </a:ext>
            </a:extLst>
          </p:cNvPr>
          <p:cNvSpPr>
            <a:spLocks noGrp="1"/>
          </p:cNvSpPr>
          <p:nvPr>
            <p:ph type="body" sz="quarter" idx="10"/>
          </p:nvPr>
        </p:nvSpPr>
        <p:spPr>
          <a:xfrm>
            <a:off x="691804" y="1541548"/>
            <a:ext cx="5098472" cy="637310"/>
          </a:xfrm>
        </p:spPr>
        <p:txBody>
          <a:bodyPr>
            <a:normAutofit fontScale="62500" lnSpcReduction="20000"/>
          </a:bodyPr>
          <a:lstStyle/>
          <a:p>
            <a:r>
              <a:rPr lang="de-DE" dirty="0"/>
              <a:t>Dokumente herunterladen</a:t>
            </a:r>
          </a:p>
        </p:txBody>
      </p:sp>
      <p:sp>
        <p:nvSpPr>
          <p:cNvPr id="3" name="Textplatzhalter 2">
            <a:extLst>
              <a:ext uri="{FF2B5EF4-FFF2-40B4-BE49-F238E27FC236}">
                <a16:creationId xmlns:a16="http://schemas.microsoft.com/office/drawing/2014/main" id="{89A9E5A9-53E7-2F33-3949-1534B14D7D28}"/>
              </a:ext>
            </a:extLst>
          </p:cNvPr>
          <p:cNvSpPr>
            <a:spLocks noGrp="1"/>
          </p:cNvSpPr>
          <p:nvPr>
            <p:ph type="body" sz="quarter" idx="11"/>
          </p:nvPr>
        </p:nvSpPr>
        <p:spPr>
          <a:xfrm>
            <a:off x="691804" y="2201160"/>
            <a:ext cx="5098472" cy="637310"/>
          </a:xfrm>
        </p:spPr>
        <p:txBody>
          <a:bodyPr>
            <a:normAutofit lnSpcReduction="10000"/>
          </a:bodyPr>
          <a:lstStyle/>
          <a:p>
            <a:r>
              <a:rPr lang="de-DE" dirty="0"/>
              <a:t>Automatisierter Zugriff und Download von Dokumenten aus dem d.velop System</a:t>
            </a:r>
          </a:p>
        </p:txBody>
      </p:sp>
      <p:sp>
        <p:nvSpPr>
          <p:cNvPr id="6" name="Textplatzhalter 5">
            <a:extLst>
              <a:ext uri="{FF2B5EF4-FFF2-40B4-BE49-F238E27FC236}">
                <a16:creationId xmlns:a16="http://schemas.microsoft.com/office/drawing/2014/main" id="{9A0B5499-C317-87A2-BCE3-B747292AEEC9}"/>
              </a:ext>
            </a:extLst>
          </p:cNvPr>
          <p:cNvSpPr>
            <a:spLocks noGrp="1"/>
          </p:cNvSpPr>
          <p:nvPr>
            <p:ph type="body" sz="quarter" idx="12"/>
          </p:nvPr>
        </p:nvSpPr>
        <p:spPr>
          <a:xfrm>
            <a:off x="6381406" y="1541548"/>
            <a:ext cx="5089234" cy="637310"/>
          </a:xfrm>
        </p:spPr>
        <p:txBody>
          <a:bodyPr>
            <a:normAutofit fontScale="47500" lnSpcReduction="20000"/>
          </a:bodyPr>
          <a:lstStyle/>
          <a:p>
            <a:r>
              <a:rPr lang="de-DE" dirty="0"/>
              <a:t>Dokumentinformationen abrufen</a:t>
            </a:r>
          </a:p>
        </p:txBody>
      </p:sp>
      <p:sp>
        <p:nvSpPr>
          <p:cNvPr id="11" name="Textplatzhalter 10">
            <a:extLst>
              <a:ext uri="{FF2B5EF4-FFF2-40B4-BE49-F238E27FC236}">
                <a16:creationId xmlns:a16="http://schemas.microsoft.com/office/drawing/2014/main" id="{5D8B712E-F965-0630-91C7-2EDF958C5FCA}"/>
              </a:ext>
            </a:extLst>
          </p:cNvPr>
          <p:cNvSpPr>
            <a:spLocks noGrp="1"/>
          </p:cNvSpPr>
          <p:nvPr>
            <p:ph type="body" sz="quarter" idx="13"/>
          </p:nvPr>
        </p:nvSpPr>
        <p:spPr>
          <a:xfrm>
            <a:off x="6381406" y="2201160"/>
            <a:ext cx="5089234" cy="808971"/>
          </a:xfrm>
        </p:spPr>
        <p:txBody>
          <a:bodyPr>
            <a:normAutofit/>
          </a:bodyPr>
          <a:lstStyle/>
          <a:p>
            <a:r>
              <a:rPr lang="de-DE" dirty="0"/>
              <a:t>Abruf von Metadaten und Informationen zu Dokumenten über automatisierte Workflows</a:t>
            </a:r>
          </a:p>
        </p:txBody>
      </p:sp>
      <p:sp>
        <p:nvSpPr>
          <p:cNvPr id="12" name="Textplatzhalter 11">
            <a:extLst>
              <a:ext uri="{FF2B5EF4-FFF2-40B4-BE49-F238E27FC236}">
                <a16:creationId xmlns:a16="http://schemas.microsoft.com/office/drawing/2014/main" id="{7EC33A6B-1EB9-A779-B301-40A14726DCB0}"/>
              </a:ext>
            </a:extLst>
          </p:cNvPr>
          <p:cNvSpPr>
            <a:spLocks noGrp="1"/>
          </p:cNvSpPr>
          <p:nvPr>
            <p:ph type="body" sz="quarter" idx="16"/>
          </p:nvPr>
        </p:nvSpPr>
        <p:spPr>
          <a:xfrm>
            <a:off x="691804" y="4617257"/>
            <a:ext cx="5098472" cy="637310"/>
          </a:xfrm>
        </p:spPr>
        <p:txBody>
          <a:bodyPr>
            <a:normAutofit fontScale="55000" lnSpcReduction="20000"/>
          </a:bodyPr>
          <a:lstStyle/>
          <a:p>
            <a:r>
              <a:rPr lang="de-DE" dirty="0"/>
              <a:t>Benutzerinformationen abrufen</a:t>
            </a:r>
          </a:p>
        </p:txBody>
      </p:sp>
      <p:sp>
        <p:nvSpPr>
          <p:cNvPr id="13" name="Textplatzhalter 12">
            <a:extLst>
              <a:ext uri="{FF2B5EF4-FFF2-40B4-BE49-F238E27FC236}">
                <a16:creationId xmlns:a16="http://schemas.microsoft.com/office/drawing/2014/main" id="{9B2EDDF6-9528-DBE7-3F01-C9C84DBD366C}"/>
              </a:ext>
            </a:extLst>
          </p:cNvPr>
          <p:cNvSpPr>
            <a:spLocks noGrp="1"/>
          </p:cNvSpPr>
          <p:nvPr>
            <p:ph type="body" sz="quarter" idx="17"/>
          </p:nvPr>
        </p:nvSpPr>
        <p:spPr>
          <a:xfrm>
            <a:off x="691804" y="5255625"/>
            <a:ext cx="5098472" cy="1075902"/>
          </a:xfrm>
        </p:spPr>
        <p:txBody>
          <a:bodyPr>
            <a:normAutofit/>
          </a:bodyPr>
          <a:lstStyle/>
          <a:p>
            <a:r>
              <a:rPr lang="de-DE" dirty="0"/>
              <a:t>Automatisierter Zugriff auf Benutzerinformationen aus dem d.velop System</a:t>
            </a:r>
          </a:p>
        </p:txBody>
      </p:sp>
      <p:sp>
        <p:nvSpPr>
          <p:cNvPr id="14" name="Textplatzhalter 13">
            <a:extLst>
              <a:ext uri="{FF2B5EF4-FFF2-40B4-BE49-F238E27FC236}">
                <a16:creationId xmlns:a16="http://schemas.microsoft.com/office/drawing/2014/main" id="{74332646-94AF-7FBD-F24D-71CB17B895B4}"/>
              </a:ext>
            </a:extLst>
          </p:cNvPr>
          <p:cNvSpPr>
            <a:spLocks noGrp="1"/>
          </p:cNvSpPr>
          <p:nvPr>
            <p:ph type="body" sz="quarter" idx="18"/>
          </p:nvPr>
        </p:nvSpPr>
        <p:spPr>
          <a:xfrm>
            <a:off x="6381406" y="4617257"/>
            <a:ext cx="5089234" cy="637310"/>
          </a:xfrm>
        </p:spPr>
        <p:txBody>
          <a:bodyPr>
            <a:normAutofit fontScale="70000" lnSpcReduction="20000"/>
          </a:bodyPr>
          <a:lstStyle/>
          <a:p>
            <a:r>
              <a:rPr lang="de-DE" dirty="0"/>
              <a:t>Dokumente importieren</a:t>
            </a:r>
          </a:p>
        </p:txBody>
      </p:sp>
      <p:sp>
        <p:nvSpPr>
          <p:cNvPr id="15" name="Textplatzhalter 14">
            <a:extLst>
              <a:ext uri="{FF2B5EF4-FFF2-40B4-BE49-F238E27FC236}">
                <a16:creationId xmlns:a16="http://schemas.microsoft.com/office/drawing/2014/main" id="{2BFE3A4D-687C-38D4-01B7-EC6F154D292F}"/>
              </a:ext>
            </a:extLst>
          </p:cNvPr>
          <p:cNvSpPr>
            <a:spLocks noGrp="1"/>
          </p:cNvSpPr>
          <p:nvPr>
            <p:ph type="body" sz="quarter" idx="19"/>
          </p:nvPr>
        </p:nvSpPr>
        <p:spPr>
          <a:xfrm>
            <a:off x="6398550" y="5254567"/>
            <a:ext cx="5089234" cy="821902"/>
          </a:xfrm>
        </p:spPr>
        <p:txBody>
          <a:bodyPr>
            <a:normAutofit/>
          </a:bodyPr>
          <a:lstStyle/>
          <a:p>
            <a:r>
              <a:rPr lang="de-DE" dirty="0"/>
              <a:t>Automatisierter Import neuer Dokumente in das d.velop System</a:t>
            </a:r>
          </a:p>
        </p:txBody>
      </p:sp>
      <p:sp>
        <p:nvSpPr>
          <p:cNvPr id="10" name="Textplatzhalter 3">
            <a:extLst>
              <a:ext uri="{FF2B5EF4-FFF2-40B4-BE49-F238E27FC236}">
                <a16:creationId xmlns:a16="http://schemas.microsoft.com/office/drawing/2014/main" id="{B03F0FD3-E5A0-D131-DB8F-E659080902F6}"/>
              </a:ext>
            </a:extLst>
          </p:cNvPr>
          <p:cNvSpPr txBox="1">
            <a:spLocks/>
          </p:cNvSpPr>
          <p:nvPr/>
        </p:nvSpPr>
        <p:spPr>
          <a:xfrm>
            <a:off x="-3304675" y="-7705"/>
            <a:ext cx="10779125" cy="638175"/>
          </a:xfrm>
          <a:prstGeom prst="rect">
            <a:avLst/>
          </a:prstGeom>
        </p:spPr>
        <p:txBody>
          <a:bodyPr vert="horz" lIns="91440" tIns="45720" rIns="91440" bIns="45720" rtlCol="0" anchor="ctr">
            <a:normAutofit fontScale="85000" lnSpcReduction="20000"/>
          </a:bodyPr>
          <a:lstStyle>
            <a:lvl1pPr marL="0" indent="0" algn="ctr" defTabSz="609493" rtl="0" eaLnBrk="1" latinLnBrk="0" hangingPunct="1">
              <a:spcBef>
                <a:spcPts val="600"/>
              </a:spcBef>
              <a:spcAft>
                <a:spcPts val="1200"/>
              </a:spcAft>
              <a:buClr>
                <a:schemeClr val="accent1"/>
              </a:buClr>
              <a:buFont typeface="Wingdings" panose="05000000000000000000" pitchFamily="2" charset="2"/>
              <a:buNone/>
              <a:defRPr sz="4800" b="0" i="0" kern="1200">
                <a:solidFill>
                  <a:schemeClr val="accent2"/>
                </a:solidFill>
                <a:latin typeface="Ubuntu Medium" panose="020B0504030602030204" pitchFamily="34" charset="0"/>
                <a:ea typeface="+mn-ea"/>
                <a:cs typeface="+mn-cs"/>
              </a:defRPr>
            </a:lvl1pPr>
            <a:lvl2pPr marL="952394" indent="-342900" algn="l" defTabSz="609493" rtl="0" eaLnBrk="1" latinLnBrk="0" hangingPunct="1">
              <a:spcBef>
                <a:spcPts val="600"/>
              </a:spcBef>
              <a:spcAft>
                <a:spcPts val="1200"/>
              </a:spcAft>
              <a:buClr>
                <a:schemeClr val="accent1"/>
              </a:buClr>
              <a:buFont typeface="Symbol" panose="05050102010706020507" pitchFamily="18" charset="2"/>
              <a:buChar char="-"/>
              <a:defRPr sz="1800" kern="1200">
                <a:solidFill>
                  <a:schemeClr val="tx1"/>
                </a:solidFill>
                <a:latin typeface="Ubuntu Light" panose="020B0304030602030204"/>
                <a:ea typeface="+mn-ea"/>
                <a:cs typeface="+mn-cs"/>
              </a:defRPr>
            </a:lvl2pPr>
            <a:lvl3pPr marL="1561886" indent="-342900" algn="l" defTabSz="609493" rtl="0" eaLnBrk="1" latinLnBrk="0" hangingPunct="1">
              <a:spcBef>
                <a:spcPts val="600"/>
              </a:spcBef>
              <a:spcAft>
                <a:spcPts val="1200"/>
              </a:spcAft>
              <a:buClr>
                <a:schemeClr val="accent1"/>
              </a:buClr>
              <a:buFont typeface="Courier New" panose="02070309020205020404" pitchFamily="49" charset="0"/>
              <a:buChar char="o"/>
              <a:defRPr sz="1800" kern="1200">
                <a:solidFill>
                  <a:schemeClr val="tx1"/>
                </a:solidFill>
                <a:latin typeface="Ubuntu Light" panose="020B0304030602030204"/>
                <a:ea typeface="+mn-ea"/>
                <a:cs typeface="+mn-cs"/>
              </a:defRPr>
            </a:lvl3pPr>
            <a:lvl4pPr marL="2171380" indent="-342900" algn="l" defTabSz="609493" rtl="0" eaLnBrk="1" latinLnBrk="0" hangingPunct="1">
              <a:spcBef>
                <a:spcPts val="600"/>
              </a:spcBef>
              <a:spcAft>
                <a:spcPts val="1200"/>
              </a:spcAft>
              <a:buClr>
                <a:schemeClr val="accent1"/>
              </a:buClr>
              <a:buFont typeface="Arial" panose="020B0604020202020204" pitchFamily="34" charset="0"/>
              <a:buChar char="•"/>
              <a:defRPr sz="1600" kern="1200">
                <a:solidFill>
                  <a:schemeClr val="tx1"/>
                </a:solidFill>
                <a:latin typeface="Ubuntu Light" panose="020B0304030602030204"/>
                <a:ea typeface="+mn-ea"/>
                <a:cs typeface="+mn-cs"/>
              </a:defRPr>
            </a:lvl4pPr>
            <a:lvl5pPr marL="2780873" indent="-342900" algn="l" defTabSz="609493" rtl="0" eaLnBrk="1" latinLnBrk="0" hangingPunct="1">
              <a:spcBef>
                <a:spcPts val="600"/>
              </a:spcBef>
              <a:spcAft>
                <a:spcPts val="1200"/>
              </a:spcAft>
              <a:buClr>
                <a:schemeClr val="accent1"/>
              </a:buClr>
              <a:buFont typeface="Arial" panose="020B0604020202020204" pitchFamily="34" charset="0"/>
              <a:buChar char="•"/>
              <a:defRPr sz="1400" kern="1200">
                <a:solidFill>
                  <a:schemeClr val="tx1"/>
                </a:solidFill>
                <a:latin typeface="Ubuntu Light" panose="020B0304030602030204"/>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r>
              <a:rPr lang="de-DE" dirty="0"/>
              <a:t>Stabile Aktionen</a:t>
            </a:r>
          </a:p>
        </p:txBody>
      </p:sp>
    </p:spTree>
    <p:extLst>
      <p:ext uri="{BB962C8B-B14F-4D97-AF65-F5344CB8AC3E}">
        <p14:creationId xmlns:p14="http://schemas.microsoft.com/office/powerpoint/2010/main" val="248939164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0F642-AC29-CAA7-8687-AC7A13B4774E}"/>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7F297E80-6C6B-95F2-24FB-F87E6A829AFB}"/>
              </a:ext>
            </a:extLst>
          </p:cNvPr>
          <p:cNvSpPr>
            <a:spLocks noGrp="1"/>
          </p:cNvSpPr>
          <p:nvPr>
            <p:ph type="body" sz="quarter" idx="10"/>
          </p:nvPr>
        </p:nvSpPr>
        <p:spPr>
          <a:xfrm>
            <a:off x="691804" y="1541548"/>
            <a:ext cx="5098472" cy="637310"/>
          </a:xfrm>
        </p:spPr>
        <p:txBody>
          <a:bodyPr>
            <a:normAutofit fontScale="85000" lnSpcReduction="20000"/>
          </a:bodyPr>
          <a:lstStyle/>
          <a:p>
            <a:r>
              <a:rPr lang="de-DE" dirty="0"/>
              <a:t>Automatisierung</a:t>
            </a:r>
          </a:p>
        </p:txBody>
      </p:sp>
      <p:sp>
        <p:nvSpPr>
          <p:cNvPr id="3" name="Textplatzhalter 2">
            <a:extLst>
              <a:ext uri="{FF2B5EF4-FFF2-40B4-BE49-F238E27FC236}">
                <a16:creationId xmlns:a16="http://schemas.microsoft.com/office/drawing/2014/main" id="{FF6D933B-DE9A-8217-548A-C5622FAE9B7A}"/>
              </a:ext>
            </a:extLst>
          </p:cNvPr>
          <p:cNvSpPr>
            <a:spLocks noGrp="1"/>
          </p:cNvSpPr>
          <p:nvPr>
            <p:ph type="body" sz="quarter" idx="11"/>
          </p:nvPr>
        </p:nvSpPr>
        <p:spPr>
          <a:xfrm>
            <a:off x="691804" y="2201160"/>
            <a:ext cx="5098472" cy="637310"/>
          </a:xfrm>
        </p:spPr>
        <p:txBody>
          <a:bodyPr>
            <a:normAutofit lnSpcReduction="10000"/>
          </a:bodyPr>
          <a:lstStyle/>
          <a:p>
            <a:r>
              <a:rPr lang="de-DE" dirty="0"/>
              <a:t>Automatische Bereitstellung von Aktionen aus dem d.velop Process Studio</a:t>
            </a:r>
          </a:p>
        </p:txBody>
      </p:sp>
      <p:sp>
        <p:nvSpPr>
          <p:cNvPr id="6" name="Textplatzhalter 5">
            <a:extLst>
              <a:ext uri="{FF2B5EF4-FFF2-40B4-BE49-F238E27FC236}">
                <a16:creationId xmlns:a16="http://schemas.microsoft.com/office/drawing/2014/main" id="{022A1D66-EE2D-5636-ABDB-31C1B2FF8C4D}"/>
              </a:ext>
            </a:extLst>
          </p:cNvPr>
          <p:cNvSpPr>
            <a:spLocks noGrp="1"/>
          </p:cNvSpPr>
          <p:nvPr>
            <p:ph type="body" sz="quarter" idx="12"/>
          </p:nvPr>
        </p:nvSpPr>
        <p:spPr>
          <a:xfrm>
            <a:off x="6381406" y="1541548"/>
            <a:ext cx="5089234" cy="637310"/>
          </a:xfrm>
        </p:spPr>
        <p:txBody>
          <a:bodyPr>
            <a:normAutofit fontScale="47500" lnSpcReduction="20000"/>
          </a:bodyPr>
          <a:lstStyle/>
          <a:p>
            <a:r>
              <a:rPr lang="de-DE" dirty="0"/>
              <a:t>Direkte Process Studio Integration</a:t>
            </a:r>
          </a:p>
        </p:txBody>
      </p:sp>
      <p:sp>
        <p:nvSpPr>
          <p:cNvPr id="11" name="Textplatzhalter 10">
            <a:extLst>
              <a:ext uri="{FF2B5EF4-FFF2-40B4-BE49-F238E27FC236}">
                <a16:creationId xmlns:a16="http://schemas.microsoft.com/office/drawing/2014/main" id="{60FBDE62-EF2C-9B8D-D736-B5C8F034B626}"/>
              </a:ext>
            </a:extLst>
          </p:cNvPr>
          <p:cNvSpPr>
            <a:spLocks noGrp="1"/>
          </p:cNvSpPr>
          <p:nvPr>
            <p:ph type="body" sz="quarter" idx="13"/>
          </p:nvPr>
        </p:nvSpPr>
        <p:spPr>
          <a:xfrm>
            <a:off x="6381406" y="2201160"/>
            <a:ext cx="5089234" cy="808971"/>
          </a:xfrm>
        </p:spPr>
        <p:txBody>
          <a:bodyPr>
            <a:normAutofit/>
          </a:bodyPr>
          <a:lstStyle/>
          <a:p>
            <a:r>
              <a:rPr lang="de-DE" dirty="0"/>
              <a:t>n8n kann Process Studio Aktionen direkt ausführen</a:t>
            </a:r>
          </a:p>
        </p:txBody>
      </p:sp>
      <p:sp>
        <p:nvSpPr>
          <p:cNvPr id="12" name="Textplatzhalter 11">
            <a:extLst>
              <a:ext uri="{FF2B5EF4-FFF2-40B4-BE49-F238E27FC236}">
                <a16:creationId xmlns:a16="http://schemas.microsoft.com/office/drawing/2014/main" id="{A665BEEC-2F93-BC99-0CA1-A2A0D13EFF54}"/>
              </a:ext>
            </a:extLst>
          </p:cNvPr>
          <p:cNvSpPr>
            <a:spLocks noGrp="1"/>
          </p:cNvSpPr>
          <p:nvPr>
            <p:ph type="body" sz="quarter" idx="16"/>
          </p:nvPr>
        </p:nvSpPr>
        <p:spPr>
          <a:xfrm>
            <a:off x="691804" y="4617257"/>
            <a:ext cx="5098472" cy="637310"/>
          </a:xfrm>
        </p:spPr>
        <p:txBody>
          <a:bodyPr>
            <a:normAutofit fontScale="55000" lnSpcReduction="20000"/>
          </a:bodyPr>
          <a:lstStyle/>
          <a:p>
            <a:r>
              <a:rPr lang="de-DE" dirty="0"/>
              <a:t>Tenant-spezifische Erweiterung</a:t>
            </a:r>
          </a:p>
        </p:txBody>
      </p:sp>
      <p:sp>
        <p:nvSpPr>
          <p:cNvPr id="13" name="Textplatzhalter 12">
            <a:extLst>
              <a:ext uri="{FF2B5EF4-FFF2-40B4-BE49-F238E27FC236}">
                <a16:creationId xmlns:a16="http://schemas.microsoft.com/office/drawing/2014/main" id="{8EFE9083-9E28-F353-A465-BF5A1F36FE46}"/>
              </a:ext>
            </a:extLst>
          </p:cNvPr>
          <p:cNvSpPr>
            <a:spLocks noGrp="1"/>
          </p:cNvSpPr>
          <p:nvPr>
            <p:ph type="body" sz="quarter" idx="17"/>
          </p:nvPr>
        </p:nvSpPr>
        <p:spPr>
          <a:xfrm>
            <a:off x="691804" y="5255625"/>
            <a:ext cx="5098472" cy="1075902"/>
          </a:xfrm>
        </p:spPr>
        <p:txBody>
          <a:bodyPr>
            <a:normAutofit/>
          </a:bodyPr>
          <a:lstStyle/>
          <a:p>
            <a:r>
              <a:rPr lang="de-DE" dirty="0"/>
              <a:t>Verfügbare Aktionen sind abhängig von der jeweiligen d.velop Umgebung</a:t>
            </a:r>
          </a:p>
        </p:txBody>
      </p:sp>
      <p:sp>
        <p:nvSpPr>
          <p:cNvPr id="14" name="Textplatzhalter 13">
            <a:extLst>
              <a:ext uri="{FF2B5EF4-FFF2-40B4-BE49-F238E27FC236}">
                <a16:creationId xmlns:a16="http://schemas.microsoft.com/office/drawing/2014/main" id="{00FE38B1-DEF5-B1CD-98BB-DC2620450582}"/>
              </a:ext>
            </a:extLst>
          </p:cNvPr>
          <p:cNvSpPr>
            <a:spLocks noGrp="1"/>
          </p:cNvSpPr>
          <p:nvPr>
            <p:ph type="body" sz="quarter" idx="18"/>
          </p:nvPr>
        </p:nvSpPr>
        <p:spPr>
          <a:xfrm>
            <a:off x="6381406" y="4617257"/>
            <a:ext cx="5089234" cy="637310"/>
          </a:xfrm>
        </p:spPr>
        <p:txBody>
          <a:bodyPr>
            <a:normAutofit fontScale="55000" lnSpcReduction="20000"/>
          </a:bodyPr>
          <a:lstStyle/>
          <a:p>
            <a:r>
              <a:rPr lang="de-DE" dirty="0"/>
              <a:t>Zukunftssichere Architektur</a:t>
            </a:r>
          </a:p>
        </p:txBody>
      </p:sp>
      <p:sp>
        <p:nvSpPr>
          <p:cNvPr id="15" name="Textplatzhalter 14">
            <a:extLst>
              <a:ext uri="{FF2B5EF4-FFF2-40B4-BE49-F238E27FC236}">
                <a16:creationId xmlns:a16="http://schemas.microsoft.com/office/drawing/2014/main" id="{4AC31627-53AC-E576-4050-67E8076D699A}"/>
              </a:ext>
            </a:extLst>
          </p:cNvPr>
          <p:cNvSpPr>
            <a:spLocks noGrp="1"/>
          </p:cNvSpPr>
          <p:nvPr>
            <p:ph type="body" sz="quarter" idx="19"/>
          </p:nvPr>
        </p:nvSpPr>
        <p:spPr>
          <a:xfrm>
            <a:off x="6398550" y="5254567"/>
            <a:ext cx="5089234" cy="821902"/>
          </a:xfrm>
        </p:spPr>
        <p:txBody>
          <a:bodyPr>
            <a:normAutofit/>
          </a:bodyPr>
          <a:lstStyle/>
          <a:p>
            <a:r>
              <a:rPr lang="de-DE" dirty="0"/>
              <a:t>Neue Aktionen können ohne Anpassung der Integration genutzt werden</a:t>
            </a:r>
          </a:p>
        </p:txBody>
      </p:sp>
      <p:sp>
        <p:nvSpPr>
          <p:cNvPr id="10" name="Textplatzhalter 3">
            <a:extLst>
              <a:ext uri="{FF2B5EF4-FFF2-40B4-BE49-F238E27FC236}">
                <a16:creationId xmlns:a16="http://schemas.microsoft.com/office/drawing/2014/main" id="{4D8B48E2-5E4B-586D-2A95-B44A99AF8CE0}"/>
              </a:ext>
            </a:extLst>
          </p:cNvPr>
          <p:cNvSpPr txBox="1">
            <a:spLocks/>
          </p:cNvSpPr>
          <p:nvPr/>
        </p:nvSpPr>
        <p:spPr>
          <a:xfrm>
            <a:off x="-2656494" y="-44141"/>
            <a:ext cx="10779125" cy="638175"/>
          </a:xfrm>
          <a:prstGeom prst="rect">
            <a:avLst/>
          </a:prstGeom>
        </p:spPr>
        <p:txBody>
          <a:bodyPr vert="horz" lIns="91440" tIns="45720" rIns="91440" bIns="45720" rtlCol="0" anchor="ctr">
            <a:normAutofit fontScale="85000" lnSpcReduction="20000"/>
          </a:bodyPr>
          <a:lstStyle>
            <a:lvl1pPr marL="0" indent="0" algn="ctr" defTabSz="609493" rtl="0" eaLnBrk="1" latinLnBrk="0" hangingPunct="1">
              <a:spcBef>
                <a:spcPts val="600"/>
              </a:spcBef>
              <a:spcAft>
                <a:spcPts val="1200"/>
              </a:spcAft>
              <a:buClr>
                <a:schemeClr val="accent1"/>
              </a:buClr>
              <a:buFont typeface="Wingdings" panose="05000000000000000000" pitchFamily="2" charset="2"/>
              <a:buNone/>
              <a:defRPr sz="4800" b="0" i="0" kern="1200">
                <a:solidFill>
                  <a:schemeClr val="accent2"/>
                </a:solidFill>
                <a:latin typeface="Ubuntu Medium" panose="020B0504030602030204" pitchFamily="34" charset="0"/>
                <a:ea typeface="+mn-ea"/>
                <a:cs typeface="+mn-cs"/>
              </a:defRPr>
            </a:lvl1pPr>
            <a:lvl2pPr marL="952394" indent="-342900" algn="l" defTabSz="609493" rtl="0" eaLnBrk="1" latinLnBrk="0" hangingPunct="1">
              <a:spcBef>
                <a:spcPts val="600"/>
              </a:spcBef>
              <a:spcAft>
                <a:spcPts val="1200"/>
              </a:spcAft>
              <a:buClr>
                <a:schemeClr val="accent1"/>
              </a:buClr>
              <a:buFont typeface="Symbol" panose="05050102010706020507" pitchFamily="18" charset="2"/>
              <a:buChar char="-"/>
              <a:defRPr sz="1800" kern="1200">
                <a:solidFill>
                  <a:schemeClr val="tx1"/>
                </a:solidFill>
                <a:latin typeface="Ubuntu Light" panose="020B0304030602030204"/>
                <a:ea typeface="+mn-ea"/>
                <a:cs typeface="+mn-cs"/>
              </a:defRPr>
            </a:lvl2pPr>
            <a:lvl3pPr marL="1561886" indent="-342900" algn="l" defTabSz="609493" rtl="0" eaLnBrk="1" latinLnBrk="0" hangingPunct="1">
              <a:spcBef>
                <a:spcPts val="600"/>
              </a:spcBef>
              <a:spcAft>
                <a:spcPts val="1200"/>
              </a:spcAft>
              <a:buClr>
                <a:schemeClr val="accent1"/>
              </a:buClr>
              <a:buFont typeface="Courier New" panose="02070309020205020404" pitchFamily="49" charset="0"/>
              <a:buChar char="o"/>
              <a:defRPr sz="1800" kern="1200">
                <a:solidFill>
                  <a:schemeClr val="tx1"/>
                </a:solidFill>
                <a:latin typeface="Ubuntu Light" panose="020B0304030602030204"/>
                <a:ea typeface="+mn-ea"/>
                <a:cs typeface="+mn-cs"/>
              </a:defRPr>
            </a:lvl3pPr>
            <a:lvl4pPr marL="2171380" indent="-342900" algn="l" defTabSz="609493" rtl="0" eaLnBrk="1" latinLnBrk="0" hangingPunct="1">
              <a:spcBef>
                <a:spcPts val="600"/>
              </a:spcBef>
              <a:spcAft>
                <a:spcPts val="1200"/>
              </a:spcAft>
              <a:buClr>
                <a:schemeClr val="accent1"/>
              </a:buClr>
              <a:buFont typeface="Arial" panose="020B0604020202020204" pitchFamily="34" charset="0"/>
              <a:buChar char="•"/>
              <a:defRPr sz="1600" kern="1200">
                <a:solidFill>
                  <a:schemeClr val="tx1"/>
                </a:solidFill>
                <a:latin typeface="Ubuntu Light" panose="020B0304030602030204"/>
                <a:ea typeface="+mn-ea"/>
                <a:cs typeface="+mn-cs"/>
              </a:defRPr>
            </a:lvl4pPr>
            <a:lvl5pPr marL="2780873" indent="-342900" algn="l" defTabSz="609493" rtl="0" eaLnBrk="1" latinLnBrk="0" hangingPunct="1">
              <a:spcBef>
                <a:spcPts val="600"/>
              </a:spcBef>
              <a:spcAft>
                <a:spcPts val="1200"/>
              </a:spcAft>
              <a:buClr>
                <a:schemeClr val="accent1"/>
              </a:buClr>
              <a:buFont typeface="Arial" panose="020B0604020202020204" pitchFamily="34" charset="0"/>
              <a:buChar char="•"/>
              <a:defRPr sz="1400" kern="1200">
                <a:solidFill>
                  <a:schemeClr val="tx1"/>
                </a:solidFill>
                <a:latin typeface="Ubuntu Light" panose="020B0304030602030204"/>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r>
              <a:rPr lang="de-DE" dirty="0"/>
              <a:t>Dynamische Aktionen</a:t>
            </a:r>
          </a:p>
        </p:txBody>
      </p:sp>
    </p:spTree>
    <p:extLst>
      <p:ext uri="{BB962C8B-B14F-4D97-AF65-F5344CB8AC3E}">
        <p14:creationId xmlns:p14="http://schemas.microsoft.com/office/powerpoint/2010/main" val="424913421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EF5EE-6572-A2C1-B409-99334A43FD8A}"/>
            </a:ext>
          </a:extLst>
        </p:cNvPr>
        <p:cNvGrpSpPr/>
        <p:nvPr/>
      </p:nvGrpSpPr>
      <p:grpSpPr>
        <a:xfrm>
          <a:off x="0" y="0"/>
          <a:ext cx="0" cy="0"/>
          <a:chOff x="0" y="0"/>
          <a:chExt cx="0" cy="0"/>
        </a:xfrm>
      </p:grpSpPr>
      <p:sp>
        <p:nvSpPr>
          <p:cNvPr id="7" name="Textplatzhalter 6">
            <a:extLst>
              <a:ext uri="{FF2B5EF4-FFF2-40B4-BE49-F238E27FC236}">
                <a16:creationId xmlns:a16="http://schemas.microsoft.com/office/drawing/2014/main" id="{827769EC-AA31-0359-AA19-032E4FFE743E}"/>
              </a:ext>
            </a:extLst>
          </p:cNvPr>
          <p:cNvSpPr>
            <a:spLocks noGrp="1"/>
          </p:cNvSpPr>
          <p:nvPr>
            <p:ph type="body" sz="quarter" idx="16"/>
          </p:nvPr>
        </p:nvSpPr>
        <p:spPr>
          <a:xfrm>
            <a:off x="701675" y="4289486"/>
            <a:ext cx="5098472" cy="637310"/>
          </a:xfrm>
        </p:spPr>
        <p:txBody>
          <a:bodyPr>
            <a:normAutofit fontScale="85000" lnSpcReduction="20000"/>
          </a:bodyPr>
          <a:lstStyle/>
          <a:p>
            <a:r>
              <a:rPr lang="de-DE" dirty="0"/>
              <a:t>Effizienz</a:t>
            </a:r>
          </a:p>
        </p:txBody>
      </p:sp>
      <p:sp>
        <p:nvSpPr>
          <p:cNvPr id="8" name="Textplatzhalter 7">
            <a:extLst>
              <a:ext uri="{FF2B5EF4-FFF2-40B4-BE49-F238E27FC236}">
                <a16:creationId xmlns:a16="http://schemas.microsoft.com/office/drawing/2014/main" id="{DC1E3DC8-8A5D-136C-CFDF-1AEC5D46F46E}"/>
              </a:ext>
            </a:extLst>
          </p:cNvPr>
          <p:cNvSpPr>
            <a:spLocks noGrp="1"/>
          </p:cNvSpPr>
          <p:nvPr>
            <p:ph type="body" sz="quarter" idx="17"/>
          </p:nvPr>
        </p:nvSpPr>
        <p:spPr>
          <a:xfrm>
            <a:off x="701675" y="5111750"/>
            <a:ext cx="5099050" cy="1213254"/>
          </a:xfrm>
        </p:spPr>
        <p:txBody>
          <a:bodyPr>
            <a:normAutofit/>
          </a:bodyPr>
          <a:lstStyle/>
          <a:p>
            <a:r>
              <a:rPr lang="de-DE" dirty="0"/>
              <a:t>Reduzierung manueller und zeitaufwendiger Prozesse</a:t>
            </a:r>
          </a:p>
          <a:p>
            <a:endParaRPr lang="de-DE" dirty="0"/>
          </a:p>
        </p:txBody>
      </p:sp>
      <p:sp>
        <p:nvSpPr>
          <p:cNvPr id="9" name="Textplatzhalter 8">
            <a:extLst>
              <a:ext uri="{FF2B5EF4-FFF2-40B4-BE49-F238E27FC236}">
                <a16:creationId xmlns:a16="http://schemas.microsoft.com/office/drawing/2014/main" id="{1C5658DC-7F56-60D1-E75D-5A43F4B66720}"/>
              </a:ext>
            </a:extLst>
          </p:cNvPr>
          <p:cNvSpPr>
            <a:spLocks noGrp="1"/>
          </p:cNvSpPr>
          <p:nvPr>
            <p:ph type="body" sz="quarter" idx="18"/>
          </p:nvPr>
        </p:nvSpPr>
        <p:spPr>
          <a:xfrm>
            <a:off x="6094411" y="4475163"/>
            <a:ext cx="6094413" cy="636587"/>
          </a:xfrm>
        </p:spPr>
        <p:txBody>
          <a:bodyPr>
            <a:noAutofit/>
          </a:bodyPr>
          <a:lstStyle/>
          <a:p>
            <a:r>
              <a:rPr lang="de-DE" dirty="0"/>
              <a:t>Integration und Automatisierung</a:t>
            </a:r>
          </a:p>
          <a:p>
            <a:endParaRPr lang="de-DE" dirty="0"/>
          </a:p>
        </p:txBody>
      </p:sp>
      <p:sp>
        <p:nvSpPr>
          <p:cNvPr id="10" name="Textplatzhalter 9">
            <a:extLst>
              <a:ext uri="{FF2B5EF4-FFF2-40B4-BE49-F238E27FC236}">
                <a16:creationId xmlns:a16="http://schemas.microsoft.com/office/drawing/2014/main" id="{73915B36-D291-C6E0-B8EA-F8F87BE3772B}"/>
              </a:ext>
            </a:extLst>
          </p:cNvPr>
          <p:cNvSpPr>
            <a:spLocks noGrp="1"/>
          </p:cNvSpPr>
          <p:nvPr>
            <p:ph type="body" sz="quarter" idx="19"/>
          </p:nvPr>
        </p:nvSpPr>
        <p:spPr>
          <a:xfrm>
            <a:off x="6391275" y="5111750"/>
            <a:ext cx="5089525" cy="1427946"/>
          </a:xfrm>
        </p:spPr>
        <p:txBody>
          <a:bodyPr>
            <a:normAutofit/>
          </a:bodyPr>
          <a:lstStyle/>
          <a:p>
            <a:r>
              <a:rPr lang="de-DE" dirty="0"/>
              <a:t>Integration und Automatisierung bilden die Grundlage für effiziente und skalierbare Unternehmensprozesse.</a:t>
            </a:r>
          </a:p>
          <a:p>
            <a:endParaRPr lang="de-DE" dirty="0"/>
          </a:p>
        </p:txBody>
      </p:sp>
      <p:pic>
        <p:nvPicPr>
          <p:cNvPr id="14" name="Grafik 13" descr="Ein Bild, das Text, Schrift, Design enthält.&#10;&#10;KI-generierte Inhalte können fehlerhaft sein.">
            <a:extLst>
              <a:ext uri="{FF2B5EF4-FFF2-40B4-BE49-F238E27FC236}">
                <a16:creationId xmlns:a16="http://schemas.microsoft.com/office/drawing/2014/main" id="{21BFB09A-C09D-FE00-4EFA-6C243A9D8FF9}"/>
              </a:ext>
            </a:extLst>
          </p:cNvPr>
          <p:cNvPicPr>
            <a:picLocks noChangeAspect="1"/>
          </p:cNvPicPr>
          <p:nvPr/>
        </p:nvPicPr>
        <p:blipFill>
          <a:blip r:embed="rId2"/>
          <a:stretch>
            <a:fillRect/>
          </a:stretch>
        </p:blipFill>
        <p:spPr>
          <a:xfrm>
            <a:off x="2166085" y="532996"/>
            <a:ext cx="7602011" cy="2896004"/>
          </a:xfrm>
          <a:prstGeom prst="rect">
            <a:avLst/>
          </a:prstGeom>
        </p:spPr>
      </p:pic>
      <p:sp>
        <p:nvSpPr>
          <p:cNvPr id="15" name="Textplatzhalter 3">
            <a:extLst>
              <a:ext uri="{FF2B5EF4-FFF2-40B4-BE49-F238E27FC236}">
                <a16:creationId xmlns:a16="http://schemas.microsoft.com/office/drawing/2014/main" id="{2FC889EB-3F5F-494A-3934-2728748351BC}"/>
              </a:ext>
            </a:extLst>
          </p:cNvPr>
          <p:cNvSpPr txBox="1">
            <a:spLocks/>
          </p:cNvSpPr>
          <p:nvPr/>
        </p:nvSpPr>
        <p:spPr>
          <a:xfrm>
            <a:off x="-3466722" y="-44141"/>
            <a:ext cx="10779125" cy="638175"/>
          </a:xfrm>
          <a:prstGeom prst="rect">
            <a:avLst/>
          </a:prstGeom>
        </p:spPr>
        <p:txBody>
          <a:bodyPr vert="horz" lIns="91440" tIns="45720" rIns="91440" bIns="45720" rtlCol="0" anchor="ctr">
            <a:normAutofit fontScale="85000" lnSpcReduction="20000"/>
          </a:bodyPr>
          <a:lstStyle>
            <a:lvl1pPr marL="0" indent="0" algn="ctr" defTabSz="609493" rtl="0" eaLnBrk="1" latinLnBrk="0" hangingPunct="1">
              <a:spcBef>
                <a:spcPts val="600"/>
              </a:spcBef>
              <a:spcAft>
                <a:spcPts val="1200"/>
              </a:spcAft>
              <a:buClr>
                <a:schemeClr val="accent1"/>
              </a:buClr>
              <a:buFont typeface="Wingdings" panose="05000000000000000000" pitchFamily="2" charset="2"/>
              <a:buNone/>
              <a:defRPr sz="4800" b="0" i="0" kern="1200">
                <a:solidFill>
                  <a:schemeClr val="accent2"/>
                </a:solidFill>
                <a:latin typeface="Ubuntu Medium" panose="020B0504030602030204" pitchFamily="34" charset="0"/>
                <a:ea typeface="+mn-ea"/>
                <a:cs typeface="+mn-cs"/>
              </a:defRPr>
            </a:lvl1pPr>
            <a:lvl2pPr marL="952394" indent="-342900" algn="l" defTabSz="609493" rtl="0" eaLnBrk="1" latinLnBrk="0" hangingPunct="1">
              <a:spcBef>
                <a:spcPts val="600"/>
              </a:spcBef>
              <a:spcAft>
                <a:spcPts val="1200"/>
              </a:spcAft>
              <a:buClr>
                <a:schemeClr val="accent1"/>
              </a:buClr>
              <a:buFont typeface="Symbol" panose="05050102010706020507" pitchFamily="18" charset="2"/>
              <a:buChar char="-"/>
              <a:defRPr sz="1800" kern="1200">
                <a:solidFill>
                  <a:schemeClr val="tx1"/>
                </a:solidFill>
                <a:latin typeface="Ubuntu Light" panose="020B0304030602030204"/>
                <a:ea typeface="+mn-ea"/>
                <a:cs typeface="+mn-cs"/>
              </a:defRPr>
            </a:lvl2pPr>
            <a:lvl3pPr marL="1561886" indent="-342900" algn="l" defTabSz="609493" rtl="0" eaLnBrk="1" latinLnBrk="0" hangingPunct="1">
              <a:spcBef>
                <a:spcPts val="600"/>
              </a:spcBef>
              <a:spcAft>
                <a:spcPts val="1200"/>
              </a:spcAft>
              <a:buClr>
                <a:schemeClr val="accent1"/>
              </a:buClr>
              <a:buFont typeface="Courier New" panose="02070309020205020404" pitchFamily="49" charset="0"/>
              <a:buChar char="o"/>
              <a:defRPr sz="1800" kern="1200">
                <a:solidFill>
                  <a:schemeClr val="tx1"/>
                </a:solidFill>
                <a:latin typeface="Ubuntu Light" panose="020B0304030602030204"/>
                <a:ea typeface="+mn-ea"/>
                <a:cs typeface="+mn-cs"/>
              </a:defRPr>
            </a:lvl3pPr>
            <a:lvl4pPr marL="2171380" indent="-342900" algn="l" defTabSz="609493" rtl="0" eaLnBrk="1" latinLnBrk="0" hangingPunct="1">
              <a:spcBef>
                <a:spcPts val="600"/>
              </a:spcBef>
              <a:spcAft>
                <a:spcPts val="1200"/>
              </a:spcAft>
              <a:buClr>
                <a:schemeClr val="accent1"/>
              </a:buClr>
              <a:buFont typeface="Arial" panose="020B0604020202020204" pitchFamily="34" charset="0"/>
              <a:buChar char="•"/>
              <a:defRPr sz="1600" kern="1200">
                <a:solidFill>
                  <a:schemeClr val="tx1"/>
                </a:solidFill>
                <a:latin typeface="Ubuntu Light" panose="020B0304030602030204"/>
                <a:ea typeface="+mn-ea"/>
                <a:cs typeface="+mn-cs"/>
              </a:defRPr>
            </a:lvl4pPr>
            <a:lvl5pPr marL="2780873" indent="-342900" algn="l" defTabSz="609493" rtl="0" eaLnBrk="1" latinLnBrk="0" hangingPunct="1">
              <a:spcBef>
                <a:spcPts val="600"/>
              </a:spcBef>
              <a:spcAft>
                <a:spcPts val="1200"/>
              </a:spcAft>
              <a:buClr>
                <a:schemeClr val="accent1"/>
              </a:buClr>
              <a:buFont typeface="Arial" panose="020B0604020202020204" pitchFamily="34" charset="0"/>
              <a:buChar char="•"/>
              <a:defRPr sz="1400" kern="1200">
                <a:solidFill>
                  <a:schemeClr val="tx1"/>
                </a:solidFill>
                <a:latin typeface="Ubuntu Light" panose="020B0304030602030204"/>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r>
              <a:rPr lang="de-DE" dirty="0"/>
              <a:t>Business Value</a:t>
            </a:r>
          </a:p>
        </p:txBody>
      </p:sp>
    </p:spTree>
    <p:extLst>
      <p:ext uri="{BB962C8B-B14F-4D97-AF65-F5344CB8AC3E}">
        <p14:creationId xmlns:p14="http://schemas.microsoft.com/office/powerpoint/2010/main" val="96115165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14027-9FF7-E989-7501-48F95F091A2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2CD492A-7D61-C48D-6B4B-0F98F2ED784B}"/>
              </a:ext>
            </a:extLst>
          </p:cNvPr>
          <p:cNvSpPr>
            <a:spLocks noGrp="1"/>
          </p:cNvSpPr>
          <p:nvPr>
            <p:ph type="title"/>
          </p:nvPr>
        </p:nvSpPr>
        <p:spPr>
          <a:xfrm>
            <a:off x="399813" y="66987"/>
            <a:ext cx="10171112" cy="503115"/>
          </a:xfrm>
        </p:spPr>
        <p:txBody>
          <a:bodyPr/>
          <a:lstStyle/>
          <a:p>
            <a:r>
              <a:rPr lang="de-DE" b="1" dirty="0"/>
              <a:t> Beispiel Workflow</a:t>
            </a:r>
          </a:p>
        </p:txBody>
      </p:sp>
      <p:sp>
        <p:nvSpPr>
          <p:cNvPr id="9" name="Textplatzhalter 2">
            <a:extLst>
              <a:ext uri="{FF2B5EF4-FFF2-40B4-BE49-F238E27FC236}">
                <a16:creationId xmlns:a16="http://schemas.microsoft.com/office/drawing/2014/main" id="{E104D4E5-8FDE-DF0C-7847-A7D899FABB17}"/>
              </a:ext>
            </a:extLst>
          </p:cNvPr>
          <p:cNvSpPr txBox="1">
            <a:spLocks/>
          </p:cNvSpPr>
          <p:nvPr/>
        </p:nvSpPr>
        <p:spPr>
          <a:xfrm>
            <a:off x="528355" y="3388058"/>
            <a:ext cx="3023227" cy="666933"/>
          </a:xfrm>
          <a:prstGeom prst="rect">
            <a:avLst/>
          </a:prstGeom>
        </p:spPr>
        <p:txBody>
          <a:bodyPr>
            <a:normAutofit/>
          </a:bodyPr>
          <a:lstStyle>
            <a:lvl1pPr marL="342900" indent="-342900" algn="l" defTabSz="609493" rtl="0" eaLnBrk="1" latinLnBrk="0" hangingPunct="1">
              <a:spcBef>
                <a:spcPts val="600"/>
              </a:spcBef>
              <a:spcAft>
                <a:spcPts val="1200"/>
              </a:spcAft>
              <a:buClr>
                <a:schemeClr val="accent1"/>
              </a:buClr>
              <a:buFont typeface="Wingdings" panose="05000000000000000000" pitchFamily="2" charset="2"/>
              <a:buChar char="§"/>
              <a:defRPr sz="2000" kern="1200">
                <a:solidFill>
                  <a:schemeClr val="tx1"/>
                </a:solidFill>
                <a:latin typeface="Ubuntu Light" panose="020B0304030602030204"/>
                <a:ea typeface="+mn-ea"/>
                <a:cs typeface="+mn-cs"/>
              </a:defRPr>
            </a:lvl1pPr>
            <a:lvl2pPr marL="952394" indent="-342900" algn="l" defTabSz="609493" rtl="0" eaLnBrk="1" latinLnBrk="0" hangingPunct="1">
              <a:spcBef>
                <a:spcPts val="600"/>
              </a:spcBef>
              <a:spcAft>
                <a:spcPts val="1200"/>
              </a:spcAft>
              <a:buClr>
                <a:schemeClr val="accent1"/>
              </a:buClr>
              <a:buFont typeface="Symbol" panose="05050102010706020507" pitchFamily="18" charset="2"/>
              <a:buChar char="-"/>
              <a:defRPr sz="1800" kern="1200">
                <a:solidFill>
                  <a:schemeClr val="tx1"/>
                </a:solidFill>
                <a:latin typeface="Ubuntu Light" panose="020B0304030602030204"/>
                <a:ea typeface="+mn-ea"/>
                <a:cs typeface="+mn-cs"/>
              </a:defRPr>
            </a:lvl2pPr>
            <a:lvl3pPr marL="1561886" indent="-342900" algn="l" defTabSz="609493" rtl="0" eaLnBrk="1" latinLnBrk="0" hangingPunct="1">
              <a:spcBef>
                <a:spcPts val="600"/>
              </a:spcBef>
              <a:spcAft>
                <a:spcPts val="1200"/>
              </a:spcAft>
              <a:buClr>
                <a:schemeClr val="accent1"/>
              </a:buClr>
              <a:buFont typeface="Courier New" panose="02070309020205020404" pitchFamily="49" charset="0"/>
              <a:buChar char="o"/>
              <a:defRPr sz="1800" kern="1200">
                <a:solidFill>
                  <a:schemeClr val="tx1"/>
                </a:solidFill>
                <a:latin typeface="Ubuntu Light" panose="020B0304030602030204"/>
                <a:ea typeface="+mn-ea"/>
                <a:cs typeface="+mn-cs"/>
              </a:defRPr>
            </a:lvl3pPr>
            <a:lvl4pPr marL="2171380" indent="-342900" algn="l" defTabSz="609493" rtl="0" eaLnBrk="1" latinLnBrk="0" hangingPunct="1">
              <a:spcBef>
                <a:spcPts val="600"/>
              </a:spcBef>
              <a:spcAft>
                <a:spcPts val="1200"/>
              </a:spcAft>
              <a:buClr>
                <a:schemeClr val="accent1"/>
              </a:buClr>
              <a:buFont typeface="Arial" panose="020B0604020202020204" pitchFamily="34" charset="0"/>
              <a:buChar char="•"/>
              <a:defRPr sz="1600" kern="1200">
                <a:solidFill>
                  <a:schemeClr val="tx1"/>
                </a:solidFill>
                <a:latin typeface="Ubuntu Light" panose="020B0304030602030204"/>
                <a:ea typeface="+mn-ea"/>
                <a:cs typeface="+mn-cs"/>
              </a:defRPr>
            </a:lvl4pPr>
            <a:lvl5pPr marL="2780873" indent="-342900" algn="l" defTabSz="609493" rtl="0" eaLnBrk="1" latinLnBrk="0" hangingPunct="1">
              <a:spcBef>
                <a:spcPts val="600"/>
              </a:spcBef>
              <a:spcAft>
                <a:spcPts val="1200"/>
              </a:spcAft>
              <a:buClr>
                <a:schemeClr val="accent1"/>
              </a:buClr>
              <a:buFont typeface="Arial" panose="020B0604020202020204" pitchFamily="34" charset="0"/>
              <a:buChar char="•"/>
              <a:defRPr sz="1400" kern="1200">
                <a:solidFill>
                  <a:schemeClr val="tx1"/>
                </a:solidFill>
                <a:latin typeface="Ubuntu Light" panose="020B0304030602030204"/>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marL="0" indent="0">
              <a:buNone/>
            </a:pPr>
            <a:r>
              <a:rPr lang="de-DE" dirty="0"/>
              <a:t>Download </a:t>
            </a:r>
            <a:r>
              <a:rPr lang="de-DE" dirty="0">
                <a:solidFill>
                  <a:srgbClr val="00B050"/>
                </a:solidFill>
              </a:rPr>
              <a:t>genehmigt</a:t>
            </a:r>
            <a:r>
              <a:rPr lang="de-DE" dirty="0"/>
              <a:t>:</a:t>
            </a:r>
          </a:p>
        </p:txBody>
      </p:sp>
      <p:pic>
        <p:nvPicPr>
          <p:cNvPr id="13" name="Grafik 12" descr="Ein Bild, das Screenshot, Schaltung enthält.&#10;&#10;KI-generierte Inhalte können fehlerhaft sein.">
            <a:extLst>
              <a:ext uri="{FF2B5EF4-FFF2-40B4-BE49-F238E27FC236}">
                <a16:creationId xmlns:a16="http://schemas.microsoft.com/office/drawing/2014/main" id="{1A6BF02A-D736-D52A-0B82-60B9FC207B1B}"/>
              </a:ext>
            </a:extLst>
          </p:cNvPr>
          <p:cNvPicPr>
            <a:picLocks noChangeAspect="1"/>
          </p:cNvPicPr>
          <p:nvPr/>
        </p:nvPicPr>
        <p:blipFill>
          <a:blip r:embed="rId3"/>
          <a:stretch>
            <a:fillRect/>
          </a:stretch>
        </p:blipFill>
        <p:spPr>
          <a:xfrm>
            <a:off x="611148" y="681037"/>
            <a:ext cx="10548731" cy="2518178"/>
          </a:xfrm>
          <a:prstGeom prst="rect">
            <a:avLst/>
          </a:prstGeom>
        </p:spPr>
      </p:pic>
      <p:pic>
        <p:nvPicPr>
          <p:cNvPr id="15" name="Grafik 14" descr="Ein Bild, das Text, Screenshot, Schrift enthält.">
            <a:extLst>
              <a:ext uri="{FF2B5EF4-FFF2-40B4-BE49-F238E27FC236}">
                <a16:creationId xmlns:a16="http://schemas.microsoft.com/office/drawing/2014/main" id="{1C707BED-267C-8B0D-3CBA-00A44DD52670}"/>
              </a:ext>
            </a:extLst>
          </p:cNvPr>
          <p:cNvPicPr>
            <a:picLocks noChangeAspect="1"/>
          </p:cNvPicPr>
          <p:nvPr/>
        </p:nvPicPr>
        <p:blipFill>
          <a:blip r:embed="rId4"/>
          <a:stretch>
            <a:fillRect/>
          </a:stretch>
        </p:blipFill>
        <p:spPr>
          <a:xfrm>
            <a:off x="6285658" y="3786228"/>
            <a:ext cx="4874221" cy="678895"/>
          </a:xfrm>
          <a:prstGeom prst="rect">
            <a:avLst/>
          </a:prstGeom>
        </p:spPr>
      </p:pic>
      <p:sp>
        <p:nvSpPr>
          <p:cNvPr id="16" name="Textplatzhalter 2">
            <a:extLst>
              <a:ext uri="{FF2B5EF4-FFF2-40B4-BE49-F238E27FC236}">
                <a16:creationId xmlns:a16="http://schemas.microsoft.com/office/drawing/2014/main" id="{10C18481-336B-EA4B-256E-3F8351FE8E7D}"/>
              </a:ext>
            </a:extLst>
          </p:cNvPr>
          <p:cNvSpPr txBox="1">
            <a:spLocks/>
          </p:cNvSpPr>
          <p:nvPr/>
        </p:nvSpPr>
        <p:spPr>
          <a:xfrm>
            <a:off x="6187033" y="3388058"/>
            <a:ext cx="3023227" cy="666933"/>
          </a:xfrm>
          <a:prstGeom prst="rect">
            <a:avLst/>
          </a:prstGeom>
        </p:spPr>
        <p:txBody>
          <a:bodyPr>
            <a:normAutofit/>
          </a:bodyPr>
          <a:lstStyle>
            <a:lvl1pPr marL="342900" indent="-342900" algn="l" defTabSz="609493" rtl="0" eaLnBrk="1" latinLnBrk="0" hangingPunct="1">
              <a:spcBef>
                <a:spcPts val="600"/>
              </a:spcBef>
              <a:spcAft>
                <a:spcPts val="1200"/>
              </a:spcAft>
              <a:buClr>
                <a:schemeClr val="accent1"/>
              </a:buClr>
              <a:buFont typeface="Wingdings" panose="05000000000000000000" pitchFamily="2" charset="2"/>
              <a:buChar char="§"/>
              <a:defRPr sz="2000" kern="1200">
                <a:solidFill>
                  <a:schemeClr val="tx1"/>
                </a:solidFill>
                <a:latin typeface="Ubuntu Light" panose="020B0304030602030204"/>
                <a:ea typeface="+mn-ea"/>
                <a:cs typeface="+mn-cs"/>
              </a:defRPr>
            </a:lvl1pPr>
            <a:lvl2pPr marL="952394" indent="-342900" algn="l" defTabSz="609493" rtl="0" eaLnBrk="1" latinLnBrk="0" hangingPunct="1">
              <a:spcBef>
                <a:spcPts val="600"/>
              </a:spcBef>
              <a:spcAft>
                <a:spcPts val="1200"/>
              </a:spcAft>
              <a:buClr>
                <a:schemeClr val="accent1"/>
              </a:buClr>
              <a:buFont typeface="Symbol" panose="05050102010706020507" pitchFamily="18" charset="2"/>
              <a:buChar char="-"/>
              <a:defRPr sz="1800" kern="1200">
                <a:solidFill>
                  <a:schemeClr val="tx1"/>
                </a:solidFill>
                <a:latin typeface="Ubuntu Light" panose="020B0304030602030204"/>
                <a:ea typeface="+mn-ea"/>
                <a:cs typeface="+mn-cs"/>
              </a:defRPr>
            </a:lvl2pPr>
            <a:lvl3pPr marL="1561886" indent="-342900" algn="l" defTabSz="609493" rtl="0" eaLnBrk="1" latinLnBrk="0" hangingPunct="1">
              <a:spcBef>
                <a:spcPts val="600"/>
              </a:spcBef>
              <a:spcAft>
                <a:spcPts val="1200"/>
              </a:spcAft>
              <a:buClr>
                <a:schemeClr val="accent1"/>
              </a:buClr>
              <a:buFont typeface="Courier New" panose="02070309020205020404" pitchFamily="49" charset="0"/>
              <a:buChar char="o"/>
              <a:defRPr sz="1800" kern="1200">
                <a:solidFill>
                  <a:schemeClr val="tx1"/>
                </a:solidFill>
                <a:latin typeface="Ubuntu Light" panose="020B0304030602030204"/>
                <a:ea typeface="+mn-ea"/>
                <a:cs typeface="+mn-cs"/>
              </a:defRPr>
            </a:lvl3pPr>
            <a:lvl4pPr marL="2171380" indent="-342900" algn="l" defTabSz="609493" rtl="0" eaLnBrk="1" latinLnBrk="0" hangingPunct="1">
              <a:spcBef>
                <a:spcPts val="600"/>
              </a:spcBef>
              <a:spcAft>
                <a:spcPts val="1200"/>
              </a:spcAft>
              <a:buClr>
                <a:schemeClr val="accent1"/>
              </a:buClr>
              <a:buFont typeface="Arial" panose="020B0604020202020204" pitchFamily="34" charset="0"/>
              <a:buChar char="•"/>
              <a:defRPr sz="1600" kern="1200">
                <a:solidFill>
                  <a:schemeClr val="tx1"/>
                </a:solidFill>
                <a:latin typeface="Ubuntu Light" panose="020B0304030602030204"/>
                <a:ea typeface="+mn-ea"/>
                <a:cs typeface="+mn-cs"/>
              </a:defRPr>
            </a:lvl4pPr>
            <a:lvl5pPr marL="2780873" indent="-342900" algn="l" defTabSz="609493" rtl="0" eaLnBrk="1" latinLnBrk="0" hangingPunct="1">
              <a:spcBef>
                <a:spcPts val="600"/>
              </a:spcBef>
              <a:spcAft>
                <a:spcPts val="1200"/>
              </a:spcAft>
              <a:buClr>
                <a:schemeClr val="accent1"/>
              </a:buClr>
              <a:buFont typeface="Arial" panose="020B0604020202020204" pitchFamily="34" charset="0"/>
              <a:buChar char="•"/>
              <a:defRPr sz="1400" kern="1200">
                <a:solidFill>
                  <a:schemeClr val="tx1"/>
                </a:solidFill>
                <a:latin typeface="Ubuntu Light" panose="020B0304030602030204"/>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marL="0" indent="0">
              <a:buNone/>
            </a:pPr>
            <a:r>
              <a:rPr lang="de-DE" dirty="0"/>
              <a:t>Download </a:t>
            </a:r>
            <a:r>
              <a:rPr lang="de-DE" dirty="0">
                <a:solidFill>
                  <a:srgbClr val="C00000"/>
                </a:solidFill>
              </a:rPr>
              <a:t>abgelehnt</a:t>
            </a:r>
            <a:r>
              <a:rPr lang="de-DE" dirty="0"/>
              <a:t>:</a:t>
            </a:r>
          </a:p>
        </p:txBody>
      </p:sp>
      <p:pic>
        <p:nvPicPr>
          <p:cNvPr id="23" name="Grafik 22" descr="Ein Bild, das Text, Screenshot, Schrift, Design enthält.&#10;&#10;KI-generierte Inhalte können fehlerhaft sein.">
            <a:extLst>
              <a:ext uri="{FF2B5EF4-FFF2-40B4-BE49-F238E27FC236}">
                <a16:creationId xmlns:a16="http://schemas.microsoft.com/office/drawing/2014/main" id="{FC354EAF-EF06-BD59-C901-FF8433FEE6C6}"/>
              </a:ext>
            </a:extLst>
          </p:cNvPr>
          <p:cNvPicPr>
            <a:picLocks noChangeAspect="1"/>
          </p:cNvPicPr>
          <p:nvPr/>
        </p:nvPicPr>
        <p:blipFill>
          <a:blip r:embed="rId5"/>
          <a:stretch>
            <a:fillRect/>
          </a:stretch>
        </p:blipFill>
        <p:spPr>
          <a:xfrm>
            <a:off x="611148" y="3786228"/>
            <a:ext cx="5584404" cy="2230943"/>
          </a:xfrm>
          <a:prstGeom prst="rect">
            <a:avLst/>
          </a:prstGeom>
        </p:spPr>
      </p:pic>
    </p:spTree>
    <p:extLst>
      <p:ext uri="{BB962C8B-B14F-4D97-AF65-F5344CB8AC3E}">
        <p14:creationId xmlns:p14="http://schemas.microsoft.com/office/powerpoint/2010/main" val="23071438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C1CBA-9991-199F-5731-6A78F56B6D9B}"/>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261FC2DD-1A92-0739-3551-4769B5B10D08}"/>
              </a:ext>
            </a:extLst>
          </p:cNvPr>
          <p:cNvSpPr>
            <a:spLocks noGrp="1"/>
          </p:cNvSpPr>
          <p:nvPr>
            <p:ph type="body" sz="quarter" idx="21"/>
          </p:nvPr>
        </p:nvSpPr>
        <p:spPr>
          <a:xfrm>
            <a:off x="969931" y="1359482"/>
            <a:ext cx="10248962" cy="973493"/>
          </a:xfrm>
        </p:spPr>
        <p:txBody>
          <a:bodyPr>
            <a:normAutofit fontScale="92500" lnSpcReduction="20000"/>
          </a:bodyPr>
          <a:lstStyle/>
          <a:p>
            <a:r>
              <a:rPr lang="de-DE" dirty="0"/>
              <a:t>Zusätzliche Links</a:t>
            </a:r>
          </a:p>
        </p:txBody>
      </p:sp>
      <p:sp>
        <p:nvSpPr>
          <p:cNvPr id="4" name="Textplatzhalter 2">
            <a:extLst>
              <a:ext uri="{FF2B5EF4-FFF2-40B4-BE49-F238E27FC236}">
                <a16:creationId xmlns:a16="http://schemas.microsoft.com/office/drawing/2014/main" id="{3A32F765-783B-D332-4D6E-CD8D5C7B0626}"/>
              </a:ext>
            </a:extLst>
          </p:cNvPr>
          <p:cNvSpPr txBox="1">
            <a:spLocks/>
          </p:cNvSpPr>
          <p:nvPr/>
        </p:nvSpPr>
        <p:spPr>
          <a:xfrm>
            <a:off x="2529434" y="2598018"/>
            <a:ext cx="8807142" cy="1530034"/>
          </a:xfrm>
          <a:prstGeom prst="rect">
            <a:avLst/>
          </a:prstGeom>
        </p:spPr>
        <p:txBody>
          <a:bodyPr>
            <a:normAutofit/>
          </a:bodyPr>
          <a:lstStyle>
            <a:lvl1pPr marL="342900" indent="-342900" algn="l" defTabSz="609493" rtl="0" eaLnBrk="1" latinLnBrk="0" hangingPunct="1">
              <a:spcBef>
                <a:spcPts val="600"/>
              </a:spcBef>
              <a:spcAft>
                <a:spcPts val="1200"/>
              </a:spcAft>
              <a:buClr>
                <a:schemeClr val="accent1"/>
              </a:buClr>
              <a:buFont typeface="Wingdings" panose="05000000000000000000" pitchFamily="2" charset="2"/>
              <a:buChar char="§"/>
              <a:defRPr sz="2000" kern="1200">
                <a:solidFill>
                  <a:schemeClr val="tx1"/>
                </a:solidFill>
                <a:latin typeface="Ubuntu Light" panose="020B0304030602030204"/>
                <a:ea typeface="+mn-ea"/>
                <a:cs typeface="+mn-cs"/>
              </a:defRPr>
            </a:lvl1pPr>
            <a:lvl2pPr marL="952394" indent="-342900" algn="l" defTabSz="609493" rtl="0" eaLnBrk="1" latinLnBrk="0" hangingPunct="1">
              <a:spcBef>
                <a:spcPts val="600"/>
              </a:spcBef>
              <a:spcAft>
                <a:spcPts val="1200"/>
              </a:spcAft>
              <a:buClr>
                <a:schemeClr val="accent1"/>
              </a:buClr>
              <a:buFont typeface="Symbol" panose="05050102010706020507" pitchFamily="18" charset="2"/>
              <a:buChar char="-"/>
              <a:defRPr sz="1800" kern="1200">
                <a:solidFill>
                  <a:schemeClr val="tx1"/>
                </a:solidFill>
                <a:latin typeface="Ubuntu Light" panose="020B0304030602030204"/>
                <a:ea typeface="+mn-ea"/>
                <a:cs typeface="+mn-cs"/>
              </a:defRPr>
            </a:lvl2pPr>
            <a:lvl3pPr marL="1561886" indent="-342900" algn="l" defTabSz="609493" rtl="0" eaLnBrk="1" latinLnBrk="0" hangingPunct="1">
              <a:spcBef>
                <a:spcPts val="600"/>
              </a:spcBef>
              <a:spcAft>
                <a:spcPts val="1200"/>
              </a:spcAft>
              <a:buClr>
                <a:schemeClr val="accent1"/>
              </a:buClr>
              <a:buFont typeface="Courier New" panose="02070309020205020404" pitchFamily="49" charset="0"/>
              <a:buChar char="o"/>
              <a:defRPr sz="1800" kern="1200">
                <a:solidFill>
                  <a:schemeClr val="tx1"/>
                </a:solidFill>
                <a:latin typeface="Ubuntu Light" panose="020B0304030602030204"/>
                <a:ea typeface="+mn-ea"/>
                <a:cs typeface="+mn-cs"/>
              </a:defRPr>
            </a:lvl3pPr>
            <a:lvl4pPr marL="2171380" indent="-342900" algn="l" defTabSz="609493" rtl="0" eaLnBrk="1" latinLnBrk="0" hangingPunct="1">
              <a:spcBef>
                <a:spcPts val="600"/>
              </a:spcBef>
              <a:spcAft>
                <a:spcPts val="1200"/>
              </a:spcAft>
              <a:buClr>
                <a:schemeClr val="accent1"/>
              </a:buClr>
              <a:buFont typeface="Arial" panose="020B0604020202020204" pitchFamily="34" charset="0"/>
              <a:buChar char="•"/>
              <a:defRPr sz="1600" kern="1200">
                <a:solidFill>
                  <a:schemeClr val="tx1"/>
                </a:solidFill>
                <a:latin typeface="Ubuntu Light" panose="020B0304030602030204"/>
                <a:ea typeface="+mn-ea"/>
                <a:cs typeface="+mn-cs"/>
              </a:defRPr>
            </a:lvl4pPr>
            <a:lvl5pPr marL="2780873" indent="-342900" algn="l" defTabSz="609493" rtl="0" eaLnBrk="1" latinLnBrk="0" hangingPunct="1">
              <a:spcBef>
                <a:spcPts val="600"/>
              </a:spcBef>
              <a:spcAft>
                <a:spcPts val="1200"/>
              </a:spcAft>
              <a:buClr>
                <a:schemeClr val="accent1"/>
              </a:buClr>
              <a:buFont typeface="Arial" panose="020B0604020202020204" pitchFamily="34" charset="0"/>
              <a:buChar char="•"/>
              <a:defRPr sz="1400" kern="1200">
                <a:solidFill>
                  <a:schemeClr val="tx1"/>
                </a:solidFill>
                <a:latin typeface="Ubuntu Light" panose="020B0304030602030204"/>
                <a:ea typeface="+mn-ea"/>
                <a:cs typeface="+mn-cs"/>
              </a:defRPr>
            </a:lvl5pPr>
            <a:lvl6pPr marL="3352213" indent="-304747" algn="l" defTabSz="609493" rtl="0" eaLnBrk="1" latinLnBrk="0" hangingPunct="1">
              <a:spcBef>
                <a:spcPct val="20000"/>
              </a:spcBef>
              <a:buFont typeface="Arial"/>
              <a:buChar char="•"/>
              <a:defRPr sz="2700" kern="1200">
                <a:solidFill>
                  <a:schemeClr val="tx1"/>
                </a:solidFill>
                <a:latin typeface="+mn-lt"/>
                <a:ea typeface="+mn-ea"/>
                <a:cs typeface="+mn-cs"/>
              </a:defRPr>
            </a:lvl6pPr>
            <a:lvl7pPr marL="3961707" indent="-304747" algn="l" defTabSz="609493" rtl="0" eaLnBrk="1" latinLnBrk="0" hangingPunct="1">
              <a:spcBef>
                <a:spcPct val="20000"/>
              </a:spcBef>
              <a:buFont typeface="Arial"/>
              <a:buChar char="•"/>
              <a:defRPr sz="2700" kern="1200">
                <a:solidFill>
                  <a:schemeClr val="tx1"/>
                </a:solidFill>
                <a:latin typeface="+mn-lt"/>
                <a:ea typeface="+mn-ea"/>
                <a:cs typeface="+mn-cs"/>
              </a:defRPr>
            </a:lvl7pPr>
            <a:lvl8pPr marL="4571200" indent="-304747" algn="l" defTabSz="609493" rtl="0" eaLnBrk="1" latinLnBrk="0" hangingPunct="1">
              <a:spcBef>
                <a:spcPct val="20000"/>
              </a:spcBef>
              <a:buFont typeface="Arial"/>
              <a:buChar char="•"/>
              <a:defRPr sz="2700" kern="1200">
                <a:solidFill>
                  <a:schemeClr val="tx1"/>
                </a:solidFill>
                <a:latin typeface="+mn-lt"/>
                <a:ea typeface="+mn-ea"/>
                <a:cs typeface="+mn-cs"/>
              </a:defRPr>
            </a:lvl8pPr>
            <a:lvl9pPr marL="5180693" indent="-304747" algn="l" defTabSz="609493" rtl="0" eaLnBrk="1" latinLnBrk="0" hangingPunct="1">
              <a:spcBef>
                <a:spcPct val="20000"/>
              </a:spcBef>
              <a:buFont typeface="Arial"/>
              <a:buChar char="•"/>
              <a:defRPr sz="2700" kern="1200">
                <a:solidFill>
                  <a:schemeClr val="tx1"/>
                </a:solidFill>
                <a:latin typeface="+mn-lt"/>
                <a:ea typeface="+mn-ea"/>
                <a:cs typeface="+mn-cs"/>
              </a:defRPr>
            </a:lvl9pPr>
          </a:lstStyle>
          <a:p>
            <a:pPr>
              <a:buFont typeface="Arial" panose="020B0604020202020204" pitchFamily="34" charset="0"/>
              <a:buChar char="•"/>
            </a:pPr>
            <a:r>
              <a:rPr lang="de-DE" dirty="0">
                <a:hlinkClick r:id="rId2"/>
              </a:rPr>
              <a:t>n8n Dokumentation</a:t>
            </a:r>
            <a:endParaRPr lang="de-DE" dirty="0"/>
          </a:p>
          <a:p>
            <a:pPr>
              <a:buFont typeface="Arial" panose="020B0604020202020204" pitchFamily="34" charset="0"/>
              <a:buChar char="•"/>
            </a:pPr>
            <a:r>
              <a:rPr lang="de-DE" dirty="0">
                <a:hlinkClick r:id="rId3"/>
              </a:rPr>
              <a:t>GitHub Repository</a:t>
            </a:r>
            <a:endParaRPr lang="de-DE" dirty="0"/>
          </a:p>
          <a:p>
            <a:pPr>
              <a:buFont typeface="Arial" panose="020B0604020202020204" pitchFamily="34" charset="0"/>
              <a:buChar char="•"/>
            </a:pPr>
            <a:r>
              <a:rPr lang="de-DE" dirty="0">
                <a:hlinkClick r:id="rId4"/>
              </a:rPr>
              <a:t>Offizielle n8n Dokumentation</a:t>
            </a:r>
            <a:endParaRPr lang="de-DE" dirty="0"/>
          </a:p>
        </p:txBody>
      </p:sp>
    </p:spTree>
    <p:extLst>
      <p:ext uri="{BB962C8B-B14F-4D97-AF65-F5344CB8AC3E}">
        <p14:creationId xmlns:p14="http://schemas.microsoft.com/office/powerpoint/2010/main" val="87901354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A97A8-F0B6-1DC9-D3F0-883A0F95C625}"/>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2BAE078C-DFF5-FA4D-6B96-4C7B4ECD718D}"/>
              </a:ext>
            </a:extLst>
          </p:cNvPr>
          <p:cNvSpPr>
            <a:spLocks noGrp="1"/>
          </p:cNvSpPr>
          <p:nvPr>
            <p:ph type="body" sz="quarter" idx="11"/>
          </p:nvPr>
        </p:nvSpPr>
        <p:spPr>
          <a:xfrm>
            <a:off x="4590773" y="1284633"/>
            <a:ext cx="3201505" cy="477906"/>
          </a:xfrm>
        </p:spPr>
        <p:txBody>
          <a:bodyPr/>
          <a:lstStyle/>
          <a:p>
            <a:pPr marL="0" indent="0">
              <a:buNone/>
            </a:pPr>
            <a:r>
              <a:rPr lang="de-DE" dirty="0">
                <a:solidFill>
                  <a:schemeClr val="bg1"/>
                </a:solidFill>
              </a:rPr>
              <a:t>Für ihre Aufmerksamkeit</a:t>
            </a:r>
          </a:p>
        </p:txBody>
      </p:sp>
    </p:spTree>
    <p:extLst>
      <p:ext uri="{BB962C8B-B14F-4D97-AF65-F5344CB8AC3E}">
        <p14:creationId xmlns:p14="http://schemas.microsoft.com/office/powerpoint/2010/main" val="2385022835"/>
      </p:ext>
    </p:extLst>
  </p:cSld>
  <p:clrMapOvr>
    <a:masterClrMapping/>
  </p:clrMapOvr>
  <p:transition spd="slow">
    <p:push dir="u"/>
  </p:transition>
</p:sld>
</file>

<file path=ppt/theme/theme1.xml><?xml version="1.0" encoding="utf-8"?>
<a:theme xmlns:a="http://schemas.openxmlformats.org/drawingml/2006/main" name="1_Office-Design">
  <a:themeElements>
    <a:clrScheme name="d.velop - Morpheus">
      <a:dk1>
        <a:sysClr val="windowText" lastClr="000000"/>
      </a:dk1>
      <a:lt1>
        <a:sysClr val="window" lastClr="FFFFFF"/>
      </a:lt1>
      <a:dk2>
        <a:srgbClr val="005F76"/>
      </a:dk2>
      <a:lt2>
        <a:srgbClr val="EBECED"/>
      </a:lt2>
      <a:accent1>
        <a:srgbClr val="360033"/>
      </a:accent1>
      <a:accent2>
        <a:srgbClr val="009FAF"/>
      </a:accent2>
      <a:accent3>
        <a:srgbClr val="00ECBC"/>
      </a:accent3>
      <a:accent4>
        <a:srgbClr val="009FAF"/>
      </a:accent4>
      <a:accent5>
        <a:srgbClr val="00BD6B"/>
      </a:accent5>
      <a:accent6>
        <a:srgbClr val="8A337E"/>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6350">
          <a:solidFill>
            <a:srgbClr val="57545B">
              <a:alpha val="70000"/>
            </a:srgb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velop empty powerpoint template.potx" id="{8F417570-1351-4DE1-8AD1-DD51DD4A1E27}" vid="{16492464-5042-4CD1-99ED-CDE13E15289B}"/>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EFDB5EB2000E6443AB8F3DE22E17092E" ma:contentTypeVersion="3" ma:contentTypeDescription="Ein neues Dokument erstellen." ma:contentTypeScope="" ma:versionID="ebc3fec026145c5ed83b6b60303ce686">
  <xsd:schema xmlns:xsd="http://www.w3.org/2001/XMLSchema" xmlns:xs="http://www.w3.org/2001/XMLSchema" xmlns:p="http://schemas.microsoft.com/office/2006/metadata/properties" xmlns:ns2="95aebc4f-d0da-4098-bc30-4674453d6c05" targetNamespace="http://schemas.microsoft.com/office/2006/metadata/properties" ma:root="true" ma:fieldsID="b3b160265b8207cbbe91d427e47c9ab4" ns2:_="">
    <xsd:import namespace="95aebc4f-d0da-4098-bc30-4674453d6c0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aebc4f-d0da-4098-bc30-4674453d6c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9D4F4D7-76DB-4706-8531-D5AF3C6583CF}">
  <ds:schemaRefs>
    <ds:schemaRef ds:uri="http://schemas.microsoft.com/office/2006/metadata/properties"/>
    <ds:schemaRef ds:uri="http://purl.org/dc/dcmitype/"/>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AD0C100C-56AD-4353-A2F1-F04402F12B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aebc4f-d0da-4098-bc30-4674453d6c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60431F-694B-497B-A7CC-996CC5A80F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d.velop empty powerpoint template</Template>
  <TotalTime>0</TotalTime>
  <Words>484</Words>
  <Application>Microsoft Office PowerPoint</Application>
  <PresentationFormat>Benutzerdefiniert</PresentationFormat>
  <Paragraphs>97</Paragraphs>
  <Slides>13</Slides>
  <Notes>4</Notes>
  <HiddenSlides>0</HiddenSlides>
  <MMClips>0</MMClips>
  <ScaleCrop>false</ScaleCrop>
  <HeadingPairs>
    <vt:vector size="6" baseType="variant">
      <vt:variant>
        <vt:lpstr>Verwendete Schriftarten</vt:lpstr>
      </vt:variant>
      <vt:variant>
        <vt:i4>10</vt:i4>
      </vt:variant>
      <vt:variant>
        <vt:lpstr>Design</vt:lpstr>
      </vt:variant>
      <vt:variant>
        <vt:i4>1</vt:i4>
      </vt:variant>
      <vt:variant>
        <vt:lpstr>Folientitel</vt:lpstr>
      </vt:variant>
      <vt:variant>
        <vt:i4>13</vt:i4>
      </vt:variant>
    </vt:vector>
  </HeadingPairs>
  <TitlesOfParts>
    <vt:vector size="24" baseType="lpstr">
      <vt:lpstr>Arial</vt:lpstr>
      <vt:lpstr>Calibri</vt:lpstr>
      <vt:lpstr>Courier New</vt:lpstr>
      <vt:lpstr>Segoe UI Semilight</vt:lpstr>
      <vt:lpstr>Symbol</vt:lpstr>
      <vt:lpstr>Titillium Web</vt:lpstr>
      <vt:lpstr>Ubuntu</vt:lpstr>
      <vt:lpstr>Ubuntu Light</vt:lpstr>
      <vt:lpstr>Ubuntu Medium</vt:lpstr>
      <vt:lpstr>Wingdings</vt:lpstr>
      <vt:lpstr>1_Office-Design</vt:lpstr>
      <vt:lpstr>PowerPoint-Präsentation</vt:lpstr>
      <vt:lpstr>PowerPoint-Präsentation</vt:lpstr>
      <vt:lpstr>PowerPoint-Präsentation</vt:lpstr>
      <vt:lpstr>Aktuelle Herausforderung</vt:lpstr>
      <vt:lpstr>PowerPoint-Präsentation</vt:lpstr>
      <vt:lpstr>Automatisierung mit n8n</vt:lpstr>
      <vt:lpstr>PowerPoint-Präsentation</vt:lpstr>
      <vt:lpstr>PowerPoint-Präsentation</vt:lpstr>
      <vt:lpstr>PowerPoint-Präsentation</vt:lpstr>
      <vt:lpstr>PowerPoint-Präsentation</vt:lpstr>
      <vt:lpstr> Beispiel Workflow</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Santino, Knecht</dc:creator>
  <cp:keywords/>
  <dc:description/>
  <cp:lastModifiedBy>Santino, Knecht</cp:lastModifiedBy>
  <cp:revision>2</cp:revision>
  <dcterms:created xsi:type="dcterms:W3CDTF">2026-02-25T10:59:24Z</dcterms:created>
  <dcterms:modified xsi:type="dcterms:W3CDTF">2026-02-26T14:45:24Z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0x010100EFDB5EB2000E6443AB8F3DE22E17092E</vt:lpwstr>
  </property>
</Properties>
</file>